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Montserrat"/>
      <p:regular r:id="rId23"/>
      <p:bold r:id="rId24"/>
      <p:italic r:id="rId25"/>
      <p:boldItalic r:id="rId26"/>
    </p:embeddedFont>
    <p:embeddedFont>
      <p:font typeface="PT Serif"/>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PTSerif-bold.fntdata"/><Relationship Id="rId27" Type="http://schemas.openxmlformats.org/officeDocument/2006/relationships/font" Target="fonts/PTSerif-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TSerif-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PTSerif-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Shape 3"/>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wrap="square" tIns="91425"/>
          <a:lstStyle>
            <a:lvl1pPr lvl="0">
              <a:spcBef>
                <a:spcPts val="0"/>
              </a:spcBef>
              <a:buChar char="●"/>
              <a:defRPr sz="1100"/>
            </a:lvl1pPr>
            <a:lvl2pPr lvl="1">
              <a:spcBef>
                <a:spcPts val="0"/>
              </a:spcBef>
              <a:buChar char="○"/>
              <a:defRPr sz="1100"/>
            </a:lvl2pPr>
            <a:lvl3pPr lvl="2">
              <a:spcBef>
                <a:spcPts val="0"/>
              </a:spcBef>
              <a:buChar char="■"/>
              <a:defRPr sz="1100"/>
            </a:lvl3pPr>
            <a:lvl4pPr lvl="3">
              <a:spcBef>
                <a:spcPts val="0"/>
              </a:spcBef>
              <a:buChar char="●"/>
              <a:defRPr sz="1100"/>
            </a:lvl4pPr>
            <a:lvl5pPr lvl="4">
              <a:spcBef>
                <a:spcPts val="0"/>
              </a:spcBef>
              <a:buChar char="○"/>
              <a:defRPr sz="1100"/>
            </a:lvl5pPr>
            <a:lvl6pPr lvl="5">
              <a:spcBef>
                <a:spcPts val="0"/>
              </a:spcBef>
              <a:buChar char="■"/>
              <a:defRPr sz="1100"/>
            </a:lvl6pPr>
            <a:lvl7pPr lvl="6">
              <a:spcBef>
                <a:spcPts val="0"/>
              </a:spcBef>
              <a:buChar char="●"/>
              <a:defRPr sz="1100"/>
            </a:lvl7pPr>
            <a:lvl8pPr lvl="7">
              <a:spcBef>
                <a:spcPts val="0"/>
              </a:spcBef>
              <a:buChar char="○"/>
              <a:defRPr sz="1100"/>
            </a:lvl8pPr>
            <a:lvl9pPr lvl="8">
              <a:spcBef>
                <a:spcPts val="0"/>
              </a:spcBef>
              <a:buChar char="■"/>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4" name="Shape 244"/>
        <p:cNvGrpSpPr/>
        <p:nvPr/>
      </p:nvGrpSpPr>
      <p:grpSpPr>
        <a:xfrm>
          <a:off x="0" y="0"/>
          <a:ext cx="0" cy="0"/>
          <a:chOff x="0" y="0"/>
          <a:chExt cx="0" cy="0"/>
        </a:xfrm>
      </p:grpSpPr>
      <p:sp>
        <p:nvSpPr>
          <p:cNvPr id="245" name="Shape 245"/>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46" name="Shape 246"/>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9" name="Shape 249"/>
        <p:cNvGrpSpPr/>
        <p:nvPr/>
      </p:nvGrpSpPr>
      <p:grpSpPr>
        <a:xfrm>
          <a:off x="0" y="0"/>
          <a:ext cx="0" cy="0"/>
          <a:chOff x="0" y="0"/>
          <a:chExt cx="0" cy="0"/>
        </a:xfrm>
      </p:grpSpPr>
      <p:sp>
        <p:nvSpPr>
          <p:cNvPr id="250" name="Shape 250"/>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51" name="Shape 251"/>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6" name="Shape 256"/>
        <p:cNvGrpSpPr/>
        <p:nvPr/>
      </p:nvGrpSpPr>
      <p:grpSpPr>
        <a:xfrm>
          <a:off x="0" y="0"/>
          <a:ext cx="0" cy="0"/>
          <a:chOff x="0" y="0"/>
          <a:chExt cx="0" cy="0"/>
        </a:xfrm>
      </p:grpSpPr>
      <p:sp>
        <p:nvSpPr>
          <p:cNvPr id="257" name="Shape 257"/>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58" name="Shape 258"/>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Shape 264"/>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65" name="Shape 265"/>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9" name="Shape 269"/>
        <p:cNvGrpSpPr/>
        <p:nvPr/>
      </p:nvGrpSpPr>
      <p:grpSpPr>
        <a:xfrm>
          <a:off x="0" y="0"/>
          <a:ext cx="0" cy="0"/>
          <a:chOff x="0" y="0"/>
          <a:chExt cx="0" cy="0"/>
        </a:xfrm>
      </p:grpSpPr>
      <p:sp>
        <p:nvSpPr>
          <p:cNvPr id="270" name="Shape 270"/>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71" name="Shape 271"/>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5" name="Shape 275"/>
        <p:cNvGrpSpPr/>
        <p:nvPr/>
      </p:nvGrpSpPr>
      <p:grpSpPr>
        <a:xfrm>
          <a:off x="0" y="0"/>
          <a:ext cx="0" cy="0"/>
          <a:chOff x="0" y="0"/>
          <a:chExt cx="0" cy="0"/>
        </a:xfrm>
      </p:grpSpPr>
      <p:sp>
        <p:nvSpPr>
          <p:cNvPr id="276" name="Shape 276"/>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77" name="Shape 277"/>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2" name="Shape 282"/>
        <p:cNvGrpSpPr/>
        <p:nvPr/>
      </p:nvGrpSpPr>
      <p:grpSpPr>
        <a:xfrm>
          <a:off x="0" y="0"/>
          <a:ext cx="0" cy="0"/>
          <a:chOff x="0" y="0"/>
          <a:chExt cx="0" cy="0"/>
        </a:xfrm>
      </p:grpSpPr>
      <p:sp>
        <p:nvSpPr>
          <p:cNvPr id="283" name="Shape 283"/>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84" name="Shape 284"/>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9" name="Shape 289"/>
        <p:cNvGrpSpPr/>
        <p:nvPr/>
      </p:nvGrpSpPr>
      <p:grpSpPr>
        <a:xfrm>
          <a:off x="0" y="0"/>
          <a:ext cx="0" cy="0"/>
          <a:chOff x="0" y="0"/>
          <a:chExt cx="0" cy="0"/>
        </a:xfrm>
      </p:grpSpPr>
      <p:sp>
        <p:nvSpPr>
          <p:cNvPr id="290" name="Shape 290"/>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91" name="Shape 291"/>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7" name="Shape 297"/>
        <p:cNvGrpSpPr/>
        <p:nvPr/>
      </p:nvGrpSpPr>
      <p:grpSpPr>
        <a:xfrm>
          <a:off x="0" y="0"/>
          <a:ext cx="0" cy="0"/>
          <a:chOff x="0" y="0"/>
          <a:chExt cx="0" cy="0"/>
        </a:xfrm>
      </p:grpSpPr>
      <p:sp>
        <p:nvSpPr>
          <p:cNvPr id="298" name="Shape 298"/>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99" name="Shape 29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4" name="Shape 304"/>
        <p:cNvGrpSpPr/>
        <p:nvPr/>
      </p:nvGrpSpPr>
      <p:grpSpPr>
        <a:xfrm>
          <a:off x="0" y="0"/>
          <a:ext cx="0" cy="0"/>
          <a:chOff x="0" y="0"/>
          <a:chExt cx="0" cy="0"/>
        </a:xfrm>
      </p:grpSpPr>
      <p:sp>
        <p:nvSpPr>
          <p:cNvPr id="305" name="Shape 305"/>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06" name="Shape 306"/>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5" name="Shape 315"/>
        <p:cNvGrpSpPr/>
        <p:nvPr/>
      </p:nvGrpSpPr>
      <p:grpSpPr>
        <a:xfrm>
          <a:off x="0" y="0"/>
          <a:ext cx="0" cy="0"/>
          <a:chOff x="0" y="0"/>
          <a:chExt cx="0" cy="0"/>
        </a:xfrm>
      </p:grpSpPr>
      <p:sp>
        <p:nvSpPr>
          <p:cNvPr id="316" name="Shape 316"/>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17" name="Shape 317"/>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1" name="Shape 321"/>
        <p:cNvGrpSpPr/>
        <p:nvPr/>
      </p:nvGrpSpPr>
      <p:grpSpPr>
        <a:xfrm>
          <a:off x="0" y="0"/>
          <a:ext cx="0" cy="0"/>
          <a:chOff x="0" y="0"/>
          <a:chExt cx="0" cy="0"/>
        </a:xfrm>
      </p:grpSpPr>
      <p:sp>
        <p:nvSpPr>
          <p:cNvPr id="322" name="Shape 322"/>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23" name="Shape 323"/>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Shape 328"/>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29" name="Shape 32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3" name="Shape 333"/>
        <p:cNvGrpSpPr/>
        <p:nvPr/>
      </p:nvGrpSpPr>
      <p:grpSpPr>
        <a:xfrm>
          <a:off x="0" y="0"/>
          <a:ext cx="0" cy="0"/>
          <a:chOff x="0" y="0"/>
          <a:chExt cx="0" cy="0"/>
        </a:xfrm>
      </p:grpSpPr>
      <p:sp>
        <p:nvSpPr>
          <p:cNvPr id="334" name="Shape 334"/>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35" name="Shape 335"/>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3" name="Shape 343"/>
        <p:cNvGrpSpPr/>
        <p:nvPr/>
      </p:nvGrpSpPr>
      <p:grpSpPr>
        <a:xfrm>
          <a:off x="0" y="0"/>
          <a:ext cx="0" cy="0"/>
          <a:chOff x="0" y="0"/>
          <a:chExt cx="0" cy="0"/>
        </a:xfrm>
      </p:grpSpPr>
      <p:sp>
        <p:nvSpPr>
          <p:cNvPr id="344" name="Shape 344"/>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45" name="Shape 345"/>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2" name="Shape 352"/>
        <p:cNvGrpSpPr/>
        <p:nvPr/>
      </p:nvGrpSpPr>
      <p:grpSpPr>
        <a:xfrm>
          <a:off x="0" y="0"/>
          <a:ext cx="0" cy="0"/>
          <a:chOff x="0" y="0"/>
          <a:chExt cx="0" cy="0"/>
        </a:xfrm>
      </p:grpSpPr>
      <p:sp>
        <p:nvSpPr>
          <p:cNvPr id="353" name="Shape 353"/>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54" name="Shape 354"/>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8" name="Shape 358"/>
        <p:cNvGrpSpPr/>
        <p:nvPr/>
      </p:nvGrpSpPr>
      <p:grpSpPr>
        <a:xfrm>
          <a:off x="0" y="0"/>
          <a:ext cx="0" cy="0"/>
          <a:chOff x="0" y="0"/>
          <a:chExt cx="0" cy="0"/>
        </a:xfrm>
      </p:grpSpPr>
      <p:sp>
        <p:nvSpPr>
          <p:cNvPr id="359" name="Shape 359"/>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60" name="Shape 360"/>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4" name="Shape 364"/>
        <p:cNvGrpSpPr/>
        <p:nvPr/>
      </p:nvGrpSpPr>
      <p:grpSpPr>
        <a:xfrm>
          <a:off x="0" y="0"/>
          <a:ext cx="0" cy="0"/>
          <a:chOff x="0" y="0"/>
          <a:chExt cx="0" cy="0"/>
        </a:xfrm>
      </p:grpSpPr>
      <p:sp>
        <p:nvSpPr>
          <p:cNvPr id="365" name="Shape 365"/>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66" name="Shape 366"/>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
  <p:cSld name="Title">
    <p:spTree>
      <p:nvGrpSpPr>
        <p:cNvPr id="19" name="Shape 19"/>
        <p:cNvGrpSpPr/>
        <p:nvPr/>
      </p:nvGrpSpPr>
      <p:grpSpPr>
        <a:xfrm>
          <a:off x="0" y="0"/>
          <a:ext cx="0" cy="0"/>
          <a:chOff x="0" y="0"/>
          <a:chExt cx="0" cy="0"/>
        </a:xfrm>
      </p:grpSpPr>
      <p:sp>
        <p:nvSpPr>
          <p:cNvPr id="20" name="Shape 20"/>
          <p:cNvSpPr/>
          <p:nvPr/>
        </p:nvSpPr>
        <p:spPr>
          <a:xfrm>
            <a:off x="8142710" y="3918330"/>
            <a:ext cx="943913" cy="1337393"/>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21" name="Shape 21"/>
          <p:cNvSpPr/>
          <p:nvPr/>
        </p:nvSpPr>
        <p:spPr>
          <a:xfrm>
            <a:off x="8246778" y="1061814"/>
            <a:ext cx="565396" cy="79463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22" name="Shape 22"/>
          <p:cNvSpPr/>
          <p:nvPr/>
        </p:nvSpPr>
        <p:spPr>
          <a:xfrm>
            <a:off x="7302237" y="4554391"/>
            <a:ext cx="623239" cy="66856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23" name="Shape 23"/>
          <p:cNvSpPr/>
          <p:nvPr/>
        </p:nvSpPr>
        <p:spPr>
          <a:xfrm>
            <a:off x="8812175" y="313544"/>
            <a:ext cx="505296" cy="649408"/>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24" name="Shape 24"/>
          <p:cNvSpPr/>
          <p:nvPr/>
        </p:nvSpPr>
        <p:spPr>
          <a:xfrm>
            <a:off x="7486177" y="4101248"/>
            <a:ext cx="218856" cy="338538"/>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25" name="Shape 25"/>
          <p:cNvSpPr/>
          <p:nvPr/>
        </p:nvSpPr>
        <p:spPr>
          <a:xfrm>
            <a:off x="6980299" y="-88162"/>
            <a:ext cx="707299" cy="1056470"/>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26" name="Shape 26"/>
          <p:cNvSpPr/>
          <p:nvPr/>
        </p:nvSpPr>
        <p:spPr>
          <a:xfrm>
            <a:off x="8353587" y="325841"/>
            <a:ext cx="315619" cy="436344"/>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27" name="Shape 27"/>
          <p:cNvSpPr/>
          <p:nvPr/>
        </p:nvSpPr>
        <p:spPr>
          <a:xfrm>
            <a:off x="7687615" y="916471"/>
            <a:ext cx="245358" cy="453113"/>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28" name="Shape 28"/>
          <p:cNvSpPr/>
          <p:nvPr/>
        </p:nvSpPr>
        <p:spPr>
          <a:xfrm>
            <a:off x="8637153" y="2924174"/>
            <a:ext cx="816947" cy="1106133"/>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29" name="Shape 29"/>
          <p:cNvSpPr/>
          <p:nvPr/>
        </p:nvSpPr>
        <p:spPr>
          <a:xfrm rot="-5400000">
            <a:off x="6839999" y="4568068"/>
            <a:ext cx="416999" cy="3284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30" name="Shape 30"/>
          <p:cNvSpPr/>
          <p:nvPr/>
        </p:nvSpPr>
        <p:spPr>
          <a:xfrm rot="5400000">
            <a:off x="6496124" y="-12474"/>
            <a:ext cx="589800" cy="4071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31" name="Shape 31"/>
          <p:cNvSpPr/>
          <p:nvPr/>
        </p:nvSpPr>
        <p:spPr>
          <a:xfrm>
            <a:off x="8208235" y="3375181"/>
            <a:ext cx="218854" cy="309864"/>
          </a:xfrm>
          <a:prstGeom prst="rect">
            <a:avLst/>
          </a:prstGeom>
        </p:spPr>
        <p:txBody>
          <a:bodyPr>
            <a:prstTxWarp prst="textPlain"/>
          </a:bodyPr>
          <a:lstStyle/>
          <a:p>
            <a:pPr lvl="0" algn="ctr"/>
            <a:r>
              <a:rPr b="1" i="0">
                <a:ln>
                  <a:noFill/>
                </a:ln>
                <a:solidFill>
                  <a:srgbClr val="6AA84F"/>
                </a:solidFill>
                <a:latin typeface="Montserrat"/>
              </a:rPr>
              <a:t>2</a:t>
            </a:r>
          </a:p>
        </p:txBody>
      </p:sp>
      <p:sp>
        <p:nvSpPr>
          <p:cNvPr id="32" name="Shape 32"/>
          <p:cNvSpPr/>
          <p:nvPr/>
        </p:nvSpPr>
        <p:spPr>
          <a:xfrm>
            <a:off x="8013853" y="659316"/>
            <a:ext cx="258850" cy="308993"/>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33" name="Shape 33"/>
          <p:cNvSpPr/>
          <p:nvPr/>
        </p:nvSpPr>
        <p:spPr>
          <a:xfrm>
            <a:off x="7828438" y="4163755"/>
            <a:ext cx="206506" cy="213544"/>
          </a:xfrm>
          <a:prstGeom prst="rect">
            <a:avLst/>
          </a:prstGeom>
        </p:spPr>
        <p:txBody>
          <a:bodyPr>
            <a:prstTxWarp prst="textPlain"/>
          </a:bodyPr>
          <a:lstStyle/>
          <a:p>
            <a:pPr lvl="0" algn="ctr"/>
            <a:r>
              <a:rPr b="1" i="0">
                <a:ln>
                  <a:noFill/>
                </a:ln>
                <a:solidFill>
                  <a:srgbClr val="6AA84F"/>
                </a:solidFill>
                <a:latin typeface="Montserrat"/>
              </a:rPr>
              <a:t>¥</a:t>
            </a:r>
          </a:p>
        </p:txBody>
      </p:sp>
      <p:sp>
        <p:nvSpPr>
          <p:cNvPr id="34" name="Shape 34"/>
          <p:cNvSpPr/>
          <p:nvPr/>
        </p:nvSpPr>
        <p:spPr>
          <a:xfrm>
            <a:off x="8003439" y="1292796"/>
            <a:ext cx="172864" cy="211167"/>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35" name="Shape 35"/>
          <p:cNvSpPr/>
          <p:nvPr/>
        </p:nvSpPr>
        <p:spPr>
          <a:xfrm>
            <a:off x="7939495" y="-95340"/>
            <a:ext cx="476420" cy="661141"/>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36" name="Shape 36"/>
          <p:cNvSpPr/>
          <p:nvPr/>
        </p:nvSpPr>
        <p:spPr>
          <a:xfrm>
            <a:off x="7709339" y="156126"/>
            <a:ext cx="64052" cy="158204"/>
          </a:xfrm>
          <a:prstGeom prst="rect">
            <a:avLst/>
          </a:prstGeom>
        </p:spPr>
        <p:txBody>
          <a:bodyPr>
            <a:prstTxWarp prst="textPlain"/>
          </a:bodyPr>
          <a:lstStyle/>
          <a:p>
            <a:pPr lvl="0" algn="ctr"/>
            <a:r>
              <a:rPr b="1" i="0">
                <a:ln>
                  <a:noFill/>
                </a:ln>
                <a:solidFill>
                  <a:srgbClr val="6AA84F"/>
                </a:solidFill>
                <a:latin typeface="Montserrat"/>
              </a:rPr>
              <a:t>1</a:t>
            </a:r>
          </a:p>
        </p:txBody>
      </p:sp>
      <p:sp>
        <p:nvSpPr>
          <p:cNvPr id="37" name="Shape 37"/>
          <p:cNvSpPr/>
          <p:nvPr/>
        </p:nvSpPr>
        <p:spPr>
          <a:xfrm>
            <a:off x="9017901" y="4284543"/>
            <a:ext cx="121390" cy="166375"/>
          </a:xfrm>
          <a:prstGeom prst="rect">
            <a:avLst/>
          </a:prstGeom>
        </p:spPr>
        <p:txBody>
          <a:bodyPr>
            <a:prstTxWarp prst="textPlain"/>
          </a:bodyPr>
          <a:lstStyle/>
          <a:p>
            <a:pPr lvl="0" algn="ctr"/>
            <a:r>
              <a:rPr b="1" i="0">
                <a:ln>
                  <a:noFill/>
                </a:ln>
                <a:solidFill>
                  <a:srgbClr val="6AA84F"/>
                </a:solidFill>
                <a:latin typeface="Montserrat"/>
              </a:rPr>
              <a:t>4</a:t>
            </a:r>
          </a:p>
        </p:txBody>
      </p:sp>
      <p:sp>
        <p:nvSpPr>
          <p:cNvPr id="38" name="Shape 38"/>
          <p:cNvSpPr/>
          <p:nvPr/>
        </p:nvSpPr>
        <p:spPr>
          <a:xfrm>
            <a:off x="8736528" y="68643"/>
            <a:ext cx="172851" cy="251572"/>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39" name="Shape 39"/>
          <p:cNvSpPr/>
          <p:nvPr/>
        </p:nvSpPr>
        <p:spPr>
          <a:xfrm>
            <a:off x="9053841" y="1122373"/>
            <a:ext cx="172852" cy="222145"/>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40" name="Shape 40"/>
          <p:cNvSpPr txBox="1"/>
          <p:nvPr>
            <p:ph type="ctrTitle"/>
          </p:nvPr>
        </p:nvSpPr>
        <p:spPr>
          <a:xfrm>
            <a:off x="1661700" y="1991825"/>
            <a:ext cx="5820599" cy="1159799"/>
          </a:xfrm>
          <a:prstGeom prst="rect">
            <a:avLst/>
          </a:prstGeom>
        </p:spPr>
        <p:txBody>
          <a:bodyPr anchorCtr="0" anchor="ctr" bIns="91425" lIns="91425" rIns="91425" wrap="square" tIns="91425"/>
          <a:lstStyle>
            <a:lvl1pPr lvl="0" algn="ctr">
              <a:spcBef>
                <a:spcPts val="0"/>
              </a:spcBef>
              <a:buClr>
                <a:srgbClr val="EFEFEF"/>
              </a:buClr>
              <a:buSzPct val="100000"/>
              <a:defRPr sz="4800">
                <a:solidFill>
                  <a:srgbClr val="EFEFEF"/>
                </a:solidFill>
              </a:defRPr>
            </a:lvl1pPr>
            <a:lvl2pPr lvl="1" algn="ctr">
              <a:spcBef>
                <a:spcPts val="0"/>
              </a:spcBef>
              <a:buClr>
                <a:srgbClr val="EFEFEF"/>
              </a:buClr>
              <a:buSzPct val="100000"/>
              <a:defRPr sz="4800">
                <a:solidFill>
                  <a:srgbClr val="EFEFEF"/>
                </a:solidFill>
              </a:defRPr>
            </a:lvl2pPr>
            <a:lvl3pPr lvl="2" algn="ctr">
              <a:spcBef>
                <a:spcPts val="0"/>
              </a:spcBef>
              <a:buClr>
                <a:srgbClr val="EFEFEF"/>
              </a:buClr>
              <a:buSzPct val="100000"/>
              <a:defRPr sz="4800">
                <a:solidFill>
                  <a:srgbClr val="EFEFEF"/>
                </a:solidFill>
              </a:defRPr>
            </a:lvl3pPr>
            <a:lvl4pPr lvl="3" algn="ctr">
              <a:spcBef>
                <a:spcPts val="0"/>
              </a:spcBef>
              <a:buClr>
                <a:srgbClr val="EFEFEF"/>
              </a:buClr>
              <a:buSzPct val="100000"/>
              <a:defRPr sz="4800">
                <a:solidFill>
                  <a:srgbClr val="EFEFEF"/>
                </a:solidFill>
              </a:defRPr>
            </a:lvl4pPr>
            <a:lvl5pPr lvl="4" algn="ctr">
              <a:spcBef>
                <a:spcPts val="0"/>
              </a:spcBef>
              <a:buClr>
                <a:srgbClr val="EFEFEF"/>
              </a:buClr>
              <a:buSzPct val="100000"/>
              <a:defRPr sz="4800">
                <a:solidFill>
                  <a:srgbClr val="EFEFEF"/>
                </a:solidFill>
              </a:defRPr>
            </a:lvl5pPr>
            <a:lvl6pPr lvl="5" algn="ctr">
              <a:spcBef>
                <a:spcPts val="0"/>
              </a:spcBef>
              <a:buClr>
                <a:srgbClr val="EFEFEF"/>
              </a:buClr>
              <a:buSzPct val="100000"/>
              <a:defRPr sz="4800">
                <a:solidFill>
                  <a:srgbClr val="EFEFEF"/>
                </a:solidFill>
              </a:defRPr>
            </a:lvl6pPr>
            <a:lvl7pPr lvl="6" algn="ctr">
              <a:spcBef>
                <a:spcPts val="0"/>
              </a:spcBef>
              <a:buClr>
                <a:srgbClr val="EFEFEF"/>
              </a:buClr>
              <a:buSzPct val="100000"/>
              <a:defRPr sz="4800">
                <a:solidFill>
                  <a:srgbClr val="EFEFEF"/>
                </a:solidFill>
              </a:defRPr>
            </a:lvl7pPr>
            <a:lvl8pPr lvl="7" algn="ctr">
              <a:spcBef>
                <a:spcPts val="0"/>
              </a:spcBef>
              <a:buClr>
                <a:srgbClr val="EFEFEF"/>
              </a:buClr>
              <a:buSzPct val="100000"/>
              <a:defRPr sz="4800">
                <a:solidFill>
                  <a:srgbClr val="EFEFEF"/>
                </a:solidFill>
              </a:defRPr>
            </a:lvl8pPr>
            <a:lvl9pPr lvl="8" algn="ctr">
              <a:spcBef>
                <a:spcPts val="0"/>
              </a:spcBef>
              <a:buClr>
                <a:srgbClr val="EFEFEF"/>
              </a:buClr>
              <a:buSzPct val="100000"/>
              <a:defRPr sz="4800">
                <a:solidFill>
                  <a:srgbClr val="EFEFEF"/>
                </a:solidFill>
              </a:defRPr>
            </a:lvl9pPr>
          </a:lstStyle>
          <a:p/>
        </p:txBody>
      </p:sp>
      <p:sp>
        <p:nvSpPr>
          <p:cNvPr id="41" name="Shape 41"/>
          <p:cNvSpPr/>
          <p:nvPr/>
        </p:nvSpPr>
        <p:spPr>
          <a:xfrm>
            <a:off x="240789" y="-249877"/>
            <a:ext cx="1325150" cy="1838954"/>
          </a:xfrm>
          <a:prstGeom prst="rect">
            <a:avLst/>
          </a:prstGeom>
        </p:spPr>
        <p:txBody>
          <a:bodyPr>
            <a:prstTxWarp prst="textPlain"/>
          </a:bodyPr>
          <a:lstStyle/>
          <a:p>
            <a:pPr lvl="0" algn="ctr"/>
            <a:r>
              <a:rPr b="1" i="0">
                <a:ln>
                  <a:noFill/>
                </a:ln>
                <a:solidFill>
                  <a:srgbClr val="00BFC9">
                    <a:alpha val="45000"/>
                  </a:srgbClr>
                </a:solidFill>
                <a:latin typeface="Montserrat"/>
              </a:rPr>
              <a:t>6</a:t>
            </a:r>
          </a:p>
        </p:txBody>
      </p:sp>
      <p:sp>
        <p:nvSpPr>
          <p:cNvPr id="42" name="Shape 42"/>
          <p:cNvSpPr/>
          <p:nvPr/>
        </p:nvSpPr>
        <p:spPr>
          <a:xfrm>
            <a:off x="1462668" y="359548"/>
            <a:ext cx="684177" cy="835806"/>
          </a:xfrm>
          <a:prstGeom prst="rect">
            <a:avLst/>
          </a:prstGeom>
        </p:spPr>
        <p:txBody>
          <a:bodyPr>
            <a:prstTxWarp prst="textPlain"/>
          </a:bodyPr>
          <a:lstStyle/>
          <a:p>
            <a:pPr lvl="0" algn="ctr"/>
            <a:r>
              <a:rPr b="0" i="0">
                <a:ln>
                  <a:noFill/>
                </a:ln>
                <a:solidFill>
                  <a:srgbClr val="00BFC9">
                    <a:alpha val="45000"/>
                  </a:srgbClr>
                </a:solidFill>
                <a:latin typeface="Abril Fatface"/>
              </a:rPr>
              <a:t>4</a:t>
            </a:r>
          </a:p>
        </p:txBody>
      </p:sp>
      <p:sp>
        <p:nvSpPr>
          <p:cNvPr id="43" name="Shape 43"/>
          <p:cNvSpPr/>
          <p:nvPr/>
        </p:nvSpPr>
        <p:spPr>
          <a:xfrm>
            <a:off x="-145672" y="1499254"/>
            <a:ext cx="545850" cy="815317"/>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44" name="Shape 44"/>
          <p:cNvSpPr/>
          <p:nvPr/>
        </p:nvSpPr>
        <p:spPr>
          <a:xfrm>
            <a:off x="468639" y="3330899"/>
            <a:ext cx="596300" cy="711807"/>
          </a:xfrm>
          <a:prstGeom prst="rect">
            <a:avLst/>
          </a:prstGeom>
        </p:spPr>
        <p:txBody>
          <a:bodyPr>
            <a:prstTxWarp prst="textPlain"/>
          </a:bodyPr>
          <a:lstStyle/>
          <a:p>
            <a:pPr lvl="0" algn="ctr"/>
            <a:r>
              <a:rPr b="0" i="0">
                <a:ln>
                  <a:noFill/>
                </a:ln>
                <a:solidFill>
                  <a:srgbClr val="00FFFF">
                    <a:alpha val="13460"/>
                  </a:srgbClr>
                </a:solidFill>
                <a:latin typeface="Abril Fatface"/>
              </a:rPr>
              <a:t>0</a:t>
            </a:r>
          </a:p>
        </p:txBody>
      </p:sp>
      <p:sp>
        <p:nvSpPr>
          <p:cNvPr id="45" name="Shape 45"/>
          <p:cNvSpPr/>
          <p:nvPr/>
        </p:nvSpPr>
        <p:spPr>
          <a:xfrm>
            <a:off x="2715923" y="4728432"/>
            <a:ext cx="422822" cy="543417"/>
          </a:xfrm>
          <a:prstGeom prst="rect">
            <a:avLst/>
          </a:prstGeom>
        </p:spPr>
        <p:txBody>
          <a:bodyPr>
            <a:prstTxWarp prst="textPlain"/>
          </a:bodyPr>
          <a:lstStyle/>
          <a:p>
            <a:pPr lvl="0" algn="ctr"/>
            <a:r>
              <a:rPr b="0" i="0">
                <a:ln>
                  <a:noFill/>
                </a:ln>
                <a:solidFill>
                  <a:srgbClr val="00BFC9">
                    <a:alpha val="45000"/>
                  </a:srgbClr>
                </a:solidFill>
                <a:latin typeface="Abril Fatface"/>
              </a:rPr>
              <a:t>8</a:t>
            </a:r>
          </a:p>
        </p:txBody>
      </p:sp>
      <p:sp>
        <p:nvSpPr>
          <p:cNvPr id="46" name="Shape 46"/>
          <p:cNvSpPr/>
          <p:nvPr/>
        </p:nvSpPr>
        <p:spPr>
          <a:xfrm>
            <a:off x="857003" y="4218045"/>
            <a:ext cx="948321" cy="1017280"/>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47" name="Shape 47"/>
          <p:cNvSpPr/>
          <p:nvPr/>
        </p:nvSpPr>
        <p:spPr>
          <a:xfrm>
            <a:off x="6477124" y="659323"/>
            <a:ext cx="375994" cy="418412"/>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48" name="Shape 48"/>
          <p:cNvSpPr/>
          <p:nvPr/>
        </p:nvSpPr>
        <p:spPr>
          <a:xfrm>
            <a:off x="2001207" y="4048123"/>
            <a:ext cx="340184" cy="496651"/>
          </a:xfrm>
          <a:prstGeom prst="rect">
            <a:avLst/>
          </a:prstGeom>
        </p:spPr>
        <p:txBody>
          <a:bodyPr>
            <a:prstTxWarp prst="textPlain"/>
          </a:bodyPr>
          <a:lstStyle/>
          <a:p>
            <a:pPr lvl="0" algn="ctr"/>
            <a:r>
              <a:rPr b="0" i="0">
                <a:ln>
                  <a:noFill/>
                </a:ln>
                <a:solidFill>
                  <a:srgbClr val="00BFC9">
                    <a:alpha val="45000"/>
                  </a:srgbClr>
                </a:solidFill>
                <a:latin typeface="Abril Fatface"/>
              </a:rPr>
              <a:t>2</a:t>
            </a:r>
          </a:p>
        </p:txBody>
      </p:sp>
      <p:sp>
        <p:nvSpPr>
          <p:cNvPr id="49" name="Shape 49"/>
          <p:cNvSpPr/>
          <p:nvPr/>
        </p:nvSpPr>
        <p:spPr>
          <a:xfrm>
            <a:off x="-202824" y="3641301"/>
            <a:ext cx="863937" cy="1198949"/>
          </a:xfrm>
          <a:prstGeom prst="rect">
            <a:avLst/>
          </a:prstGeom>
        </p:spPr>
        <p:txBody>
          <a:bodyPr>
            <a:prstTxWarp prst="textPlain"/>
          </a:bodyPr>
          <a:lstStyle/>
          <a:p>
            <a:pPr lvl="0" algn="ctr"/>
            <a:r>
              <a:rPr b="1" i="0">
                <a:ln>
                  <a:noFill/>
                </a:ln>
                <a:solidFill>
                  <a:srgbClr val="00FFFF">
                    <a:alpha val="13460"/>
                  </a:srgbClr>
                </a:solidFill>
                <a:latin typeface="Montserrat"/>
              </a:rPr>
              <a:t>9</a:t>
            </a:r>
          </a:p>
        </p:txBody>
      </p:sp>
      <p:sp>
        <p:nvSpPr>
          <p:cNvPr id="50" name="Shape 50"/>
          <p:cNvSpPr/>
          <p:nvPr/>
        </p:nvSpPr>
        <p:spPr>
          <a:xfrm rot="-5400000">
            <a:off x="1953572" y="-64892"/>
            <a:ext cx="756299" cy="595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51" name="Shape 51"/>
          <p:cNvSpPr/>
          <p:nvPr/>
        </p:nvSpPr>
        <p:spPr>
          <a:xfrm rot="5400000">
            <a:off x="2309285" y="4286696"/>
            <a:ext cx="746699" cy="5151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52" name="Shape 52"/>
          <p:cNvSpPr/>
          <p:nvPr/>
        </p:nvSpPr>
        <p:spPr>
          <a:xfrm>
            <a:off x="909495" y="3809336"/>
            <a:ext cx="234870" cy="332106"/>
          </a:xfrm>
          <a:prstGeom prst="rect">
            <a:avLst/>
          </a:prstGeom>
        </p:spPr>
        <p:txBody>
          <a:bodyPr>
            <a:prstTxWarp prst="textPlain"/>
          </a:bodyPr>
          <a:lstStyle/>
          <a:p>
            <a:pPr lvl="0" algn="ctr"/>
            <a:r>
              <a:rPr b="1" i="0">
                <a:ln>
                  <a:noFill/>
                </a:ln>
                <a:solidFill>
                  <a:srgbClr val="6AA84F"/>
                </a:solidFill>
                <a:latin typeface="Montserrat"/>
              </a:rPr>
              <a:t>3</a:t>
            </a:r>
          </a:p>
        </p:txBody>
      </p:sp>
      <p:sp>
        <p:nvSpPr>
          <p:cNvPr id="53" name="Shape 53"/>
          <p:cNvSpPr/>
          <p:nvPr/>
        </p:nvSpPr>
        <p:spPr>
          <a:xfrm>
            <a:off x="180514" y="977225"/>
            <a:ext cx="178752" cy="330110"/>
          </a:xfrm>
          <a:prstGeom prst="rect">
            <a:avLst/>
          </a:prstGeom>
        </p:spPr>
        <p:txBody>
          <a:bodyPr>
            <a:prstTxWarp prst="textPlain"/>
          </a:bodyPr>
          <a:lstStyle/>
          <a:p>
            <a:pPr lvl="0" algn="ctr"/>
            <a:r>
              <a:rPr b="0" i="0">
                <a:ln>
                  <a:noFill/>
                </a:ln>
                <a:solidFill>
                  <a:srgbClr val="6AA84F"/>
                </a:solidFill>
                <a:latin typeface="Abril Fatface"/>
              </a:rPr>
              <a:t>1</a:t>
            </a:r>
          </a:p>
        </p:txBody>
      </p:sp>
      <p:sp>
        <p:nvSpPr>
          <p:cNvPr id="54" name="Shape 54"/>
          <p:cNvSpPr/>
          <p:nvPr/>
        </p:nvSpPr>
        <p:spPr>
          <a:xfrm>
            <a:off x="2001207" y="4738570"/>
            <a:ext cx="172435" cy="245057"/>
          </a:xfrm>
          <a:prstGeom prst="rect">
            <a:avLst/>
          </a:prstGeom>
        </p:spPr>
        <p:txBody>
          <a:bodyPr>
            <a:prstTxWarp prst="textPlain"/>
          </a:bodyPr>
          <a:lstStyle/>
          <a:p>
            <a:pPr lvl="0" algn="ctr"/>
            <a:r>
              <a:rPr b="1" i="0">
                <a:ln>
                  <a:noFill/>
                </a:ln>
                <a:solidFill>
                  <a:srgbClr val="6AA84F"/>
                </a:solidFill>
                <a:latin typeface="Montserrat"/>
              </a:rPr>
              <a:t>£</a:t>
            </a:r>
          </a:p>
        </p:txBody>
      </p:sp>
      <p:sp>
        <p:nvSpPr>
          <p:cNvPr id="55" name="Shape 55"/>
          <p:cNvSpPr/>
          <p:nvPr/>
        </p:nvSpPr>
        <p:spPr>
          <a:xfrm>
            <a:off x="3322800" y="4742227"/>
            <a:ext cx="163349" cy="237740"/>
          </a:xfrm>
          <a:prstGeom prst="rect">
            <a:avLst/>
          </a:prstGeom>
        </p:spPr>
        <p:txBody>
          <a:bodyPr>
            <a:prstTxWarp prst="textPlain"/>
          </a:bodyPr>
          <a:lstStyle/>
          <a:p>
            <a:pPr lvl="0" algn="ctr"/>
            <a:r>
              <a:rPr b="0" i="0">
                <a:ln>
                  <a:noFill/>
                </a:ln>
                <a:solidFill>
                  <a:srgbClr val="00FFFF">
                    <a:alpha val="13460"/>
                  </a:srgbClr>
                </a:solidFill>
                <a:latin typeface="Abril Fatface"/>
              </a:rPr>
              <a:t>5</a:t>
            </a:r>
          </a:p>
        </p:txBody>
      </p:sp>
      <p:sp>
        <p:nvSpPr>
          <p:cNvPr id="56" name="Shape 56"/>
          <p:cNvSpPr/>
          <p:nvPr/>
        </p:nvSpPr>
        <p:spPr>
          <a:xfrm>
            <a:off x="2629622" y="359546"/>
            <a:ext cx="461789" cy="639195"/>
          </a:xfrm>
          <a:prstGeom prst="rect">
            <a:avLst/>
          </a:prstGeom>
        </p:spPr>
        <p:txBody>
          <a:bodyPr>
            <a:prstTxWarp prst="textPlain"/>
          </a:bodyPr>
          <a:lstStyle/>
          <a:p>
            <a:pPr lvl="0" algn="ctr"/>
            <a:r>
              <a:rPr b="1" i="0">
                <a:ln>
                  <a:noFill/>
                </a:ln>
                <a:solidFill>
                  <a:srgbClr val="00FFFF">
                    <a:alpha val="13460"/>
                  </a:srgbClr>
                </a:solidFill>
                <a:latin typeface="Montserrat"/>
              </a:rPr>
              <a:t>7</a:t>
            </a:r>
          </a:p>
        </p:txBody>
      </p:sp>
      <p:sp>
        <p:nvSpPr>
          <p:cNvPr id="57" name="Shape 57"/>
          <p:cNvSpPr/>
          <p:nvPr/>
        </p:nvSpPr>
        <p:spPr>
          <a:xfrm>
            <a:off x="65334" y="101130"/>
            <a:ext cx="123828" cy="175316"/>
          </a:xfrm>
          <a:prstGeom prst="rect">
            <a:avLst/>
          </a:prstGeom>
        </p:spPr>
        <p:txBody>
          <a:bodyPr>
            <a:prstTxWarp prst="textPlain"/>
          </a:bodyPr>
          <a:lstStyle/>
          <a:p>
            <a:pPr lvl="0" algn="ctr"/>
            <a:r>
              <a:rPr b="1" i="0">
                <a:ln>
                  <a:noFill/>
                </a:ln>
                <a:solidFill>
                  <a:srgbClr val="6AA84F"/>
                </a:solidFill>
                <a:latin typeface="Montserrat"/>
              </a:rPr>
              <a:t>2</a:t>
            </a:r>
          </a:p>
        </p:txBody>
      </p:sp>
      <p:sp>
        <p:nvSpPr>
          <p:cNvPr id="58" name="Shape 58"/>
          <p:cNvSpPr/>
          <p:nvPr/>
        </p:nvSpPr>
        <p:spPr>
          <a:xfrm>
            <a:off x="575656" y="4769891"/>
            <a:ext cx="128737" cy="182400"/>
          </a:xfrm>
          <a:prstGeom prst="rect">
            <a:avLst/>
          </a:prstGeom>
        </p:spPr>
        <p:txBody>
          <a:bodyPr>
            <a:prstTxWarp prst="textPlain"/>
          </a:bodyPr>
          <a:lstStyle/>
          <a:p>
            <a:pPr lvl="0" algn="ctr"/>
            <a:r>
              <a:rPr b="1" i="0">
                <a:ln>
                  <a:noFill/>
                </a:ln>
                <a:solidFill>
                  <a:srgbClr val="6AA84F"/>
                </a:solidFill>
                <a:latin typeface="Montserrat"/>
              </a:rPr>
              <a:t>5</a:t>
            </a:r>
          </a:p>
        </p:txBody>
      </p:sp>
      <p:sp>
        <p:nvSpPr>
          <p:cNvPr id="59" name="Shape 59"/>
          <p:cNvSpPr/>
          <p:nvPr/>
        </p:nvSpPr>
        <p:spPr>
          <a:xfrm>
            <a:off x="735784" y="1757712"/>
            <a:ext cx="212661" cy="273304"/>
          </a:xfrm>
          <a:prstGeom prst="rect">
            <a:avLst/>
          </a:prstGeom>
        </p:spPr>
        <p:txBody>
          <a:bodyPr>
            <a:prstTxWarp prst="textPlain"/>
          </a:bodyPr>
          <a:lstStyle/>
          <a:p>
            <a:pPr lvl="0" algn="ctr"/>
            <a:r>
              <a:rPr b="0" i="0">
                <a:ln>
                  <a:noFill/>
                </a:ln>
                <a:solidFill>
                  <a:srgbClr val="6AA84F"/>
                </a:solidFill>
                <a:latin typeface="Abril Fatface"/>
              </a:rPr>
              <a:t>6</a:t>
            </a:r>
          </a:p>
        </p:txBody>
      </p:sp>
      <p:sp>
        <p:nvSpPr>
          <p:cNvPr id="60" name="Shape 60"/>
          <p:cNvSpPr/>
          <p:nvPr/>
        </p:nvSpPr>
        <p:spPr>
          <a:xfrm>
            <a:off x="1617562" y="68451"/>
            <a:ext cx="187263" cy="240664"/>
          </a:xfrm>
          <a:prstGeom prst="rect">
            <a:avLst/>
          </a:prstGeom>
        </p:spPr>
        <p:txBody>
          <a:bodyPr>
            <a:prstTxWarp prst="textPlain"/>
          </a:bodyPr>
          <a:lstStyle/>
          <a:p>
            <a:pPr lvl="0" algn="ctr"/>
            <a:r>
              <a:rPr b="0" i="0">
                <a:ln>
                  <a:noFill/>
                </a:ln>
                <a:solidFill>
                  <a:srgbClr val="6AA84F"/>
                </a:solidFill>
                <a:latin typeface="Abril Fatface"/>
              </a:rPr>
              <a:t>9</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ubtitle">
    <p:bg>
      <p:bgPr>
        <a:solidFill>
          <a:srgbClr val="007074"/>
        </a:solidFill>
      </p:bgPr>
    </p:bg>
    <p:spTree>
      <p:nvGrpSpPr>
        <p:cNvPr id="61" name="Shape 61"/>
        <p:cNvGrpSpPr/>
        <p:nvPr/>
      </p:nvGrpSpPr>
      <p:grpSpPr>
        <a:xfrm>
          <a:off x="0" y="0"/>
          <a:ext cx="0" cy="0"/>
          <a:chOff x="0" y="0"/>
          <a:chExt cx="0" cy="0"/>
        </a:xfrm>
      </p:grpSpPr>
      <p:sp>
        <p:nvSpPr>
          <p:cNvPr id="62" name="Shape 62"/>
          <p:cNvSpPr txBox="1"/>
          <p:nvPr>
            <p:ph type="ctrTitle"/>
          </p:nvPr>
        </p:nvSpPr>
        <p:spPr>
          <a:xfrm>
            <a:off x="685800" y="2726350"/>
            <a:ext cx="5514599" cy="1159799"/>
          </a:xfrm>
          <a:prstGeom prst="rect">
            <a:avLst/>
          </a:prstGeom>
        </p:spPr>
        <p:txBody>
          <a:bodyPr anchorCtr="0" anchor="b" bIns="91425" lIns="91425" rIns="91425" wrap="square" tIns="91425"/>
          <a:lstStyle>
            <a:lvl1pPr lvl="0" rtl="0">
              <a:spcBef>
                <a:spcPts val="0"/>
              </a:spcBef>
              <a:buClr>
                <a:srgbClr val="EFEFEF"/>
              </a:buClr>
              <a:buSzPct val="100000"/>
              <a:defRPr sz="3600">
                <a:solidFill>
                  <a:srgbClr val="EFEFEF"/>
                </a:solidFill>
              </a:defRPr>
            </a:lvl1pPr>
            <a:lvl2pPr lvl="1" rtl="0">
              <a:spcBef>
                <a:spcPts val="0"/>
              </a:spcBef>
              <a:buClr>
                <a:srgbClr val="EFEFEF"/>
              </a:buClr>
              <a:buSzPct val="100000"/>
              <a:defRPr sz="3600">
                <a:solidFill>
                  <a:srgbClr val="EFEFEF"/>
                </a:solidFill>
              </a:defRPr>
            </a:lvl2pPr>
            <a:lvl3pPr lvl="2" rtl="0">
              <a:spcBef>
                <a:spcPts val="0"/>
              </a:spcBef>
              <a:buClr>
                <a:srgbClr val="EFEFEF"/>
              </a:buClr>
              <a:buSzPct val="100000"/>
              <a:defRPr sz="3600">
                <a:solidFill>
                  <a:srgbClr val="EFEFEF"/>
                </a:solidFill>
              </a:defRPr>
            </a:lvl3pPr>
            <a:lvl4pPr lvl="3" rtl="0">
              <a:spcBef>
                <a:spcPts val="0"/>
              </a:spcBef>
              <a:buClr>
                <a:srgbClr val="EFEFEF"/>
              </a:buClr>
              <a:buSzPct val="100000"/>
              <a:defRPr sz="3600">
                <a:solidFill>
                  <a:srgbClr val="EFEFEF"/>
                </a:solidFill>
              </a:defRPr>
            </a:lvl4pPr>
            <a:lvl5pPr lvl="4" rtl="0">
              <a:spcBef>
                <a:spcPts val="0"/>
              </a:spcBef>
              <a:buClr>
                <a:srgbClr val="EFEFEF"/>
              </a:buClr>
              <a:buSzPct val="100000"/>
              <a:defRPr sz="3600">
                <a:solidFill>
                  <a:srgbClr val="EFEFEF"/>
                </a:solidFill>
              </a:defRPr>
            </a:lvl5pPr>
            <a:lvl6pPr lvl="5" rtl="0">
              <a:spcBef>
                <a:spcPts val="0"/>
              </a:spcBef>
              <a:buClr>
                <a:srgbClr val="EFEFEF"/>
              </a:buClr>
              <a:buSzPct val="100000"/>
              <a:defRPr sz="3600">
                <a:solidFill>
                  <a:srgbClr val="EFEFEF"/>
                </a:solidFill>
              </a:defRPr>
            </a:lvl6pPr>
            <a:lvl7pPr lvl="6" rtl="0">
              <a:spcBef>
                <a:spcPts val="0"/>
              </a:spcBef>
              <a:buClr>
                <a:srgbClr val="EFEFEF"/>
              </a:buClr>
              <a:buSzPct val="100000"/>
              <a:defRPr sz="3600">
                <a:solidFill>
                  <a:srgbClr val="EFEFEF"/>
                </a:solidFill>
              </a:defRPr>
            </a:lvl7pPr>
            <a:lvl8pPr lvl="7" rtl="0">
              <a:spcBef>
                <a:spcPts val="0"/>
              </a:spcBef>
              <a:buClr>
                <a:srgbClr val="EFEFEF"/>
              </a:buClr>
              <a:buSzPct val="100000"/>
              <a:defRPr sz="3600">
                <a:solidFill>
                  <a:srgbClr val="EFEFEF"/>
                </a:solidFill>
              </a:defRPr>
            </a:lvl8pPr>
            <a:lvl9pPr lvl="8" rtl="0">
              <a:spcBef>
                <a:spcPts val="0"/>
              </a:spcBef>
              <a:buClr>
                <a:srgbClr val="EFEFEF"/>
              </a:buClr>
              <a:buSzPct val="100000"/>
              <a:defRPr sz="3600">
                <a:solidFill>
                  <a:srgbClr val="EFEFEF"/>
                </a:solidFill>
              </a:defRPr>
            </a:lvl9pPr>
          </a:lstStyle>
          <a:p/>
        </p:txBody>
      </p:sp>
      <p:sp>
        <p:nvSpPr>
          <p:cNvPr id="63" name="Shape 63"/>
          <p:cNvSpPr txBox="1"/>
          <p:nvPr>
            <p:ph idx="1" type="subTitle"/>
          </p:nvPr>
        </p:nvSpPr>
        <p:spPr>
          <a:xfrm>
            <a:off x="685800" y="3983054"/>
            <a:ext cx="5514599" cy="784799"/>
          </a:xfrm>
          <a:prstGeom prst="rect">
            <a:avLst/>
          </a:prstGeom>
        </p:spPr>
        <p:txBody>
          <a:bodyPr anchorCtr="0" anchor="t" bIns="91425" lIns="91425" rIns="91425" wrap="square" tIns="91425"/>
          <a:lstStyle>
            <a:lvl1pPr lvl="0" rtl="0">
              <a:spcBef>
                <a:spcPts val="0"/>
              </a:spcBef>
              <a:buClr>
                <a:srgbClr val="6AA84F"/>
              </a:buClr>
              <a:buSzPct val="100000"/>
              <a:buNone/>
              <a:defRPr sz="1800">
                <a:solidFill>
                  <a:srgbClr val="6AA84F"/>
                </a:solidFill>
              </a:defRPr>
            </a:lvl1pPr>
            <a:lvl2pPr lvl="1" rtl="0">
              <a:spcBef>
                <a:spcPts val="0"/>
              </a:spcBef>
              <a:buClr>
                <a:srgbClr val="6AA84F"/>
              </a:buClr>
              <a:buSzPct val="100000"/>
              <a:buNone/>
              <a:defRPr sz="1800">
                <a:solidFill>
                  <a:srgbClr val="6AA84F"/>
                </a:solidFill>
              </a:defRPr>
            </a:lvl2pPr>
            <a:lvl3pPr lvl="2" rtl="0">
              <a:spcBef>
                <a:spcPts val="0"/>
              </a:spcBef>
              <a:buClr>
                <a:srgbClr val="6AA84F"/>
              </a:buClr>
              <a:buSzPct val="100000"/>
              <a:buNone/>
              <a:defRPr sz="1800">
                <a:solidFill>
                  <a:srgbClr val="6AA84F"/>
                </a:solidFill>
              </a:defRPr>
            </a:lvl3pPr>
            <a:lvl4pPr lvl="3" rtl="0">
              <a:spcBef>
                <a:spcPts val="0"/>
              </a:spcBef>
              <a:buClr>
                <a:srgbClr val="6AA84F"/>
              </a:buClr>
              <a:buSzPct val="100000"/>
              <a:buNone/>
              <a:defRPr sz="1800">
                <a:solidFill>
                  <a:srgbClr val="6AA84F"/>
                </a:solidFill>
              </a:defRPr>
            </a:lvl4pPr>
            <a:lvl5pPr lvl="4" rtl="0">
              <a:spcBef>
                <a:spcPts val="0"/>
              </a:spcBef>
              <a:buClr>
                <a:srgbClr val="6AA84F"/>
              </a:buClr>
              <a:buSzPct val="100000"/>
              <a:buNone/>
              <a:defRPr sz="1800">
                <a:solidFill>
                  <a:srgbClr val="6AA84F"/>
                </a:solidFill>
              </a:defRPr>
            </a:lvl5pPr>
            <a:lvl6pPr lvl="5" rtl="0">
              <a:spcBef>
                <a:spcPts val="0"/>
              </a:spcBef>
              <a:buClr>
                <a:srgbClr val="6AA84F"/>
              </a:buClr>
              <a:buSzPct val="100000"/>
              <a:buNone/>
              <a:defRPr sz="1800">
                <a:solidFill>
                  <a:srgbClr val="6AA84F"/>
                </a:solidFill>
              </a:defRPr>
            </a:lvl6pPr>
            <a:lvl7pPr lvl="6" rtl="0">
              <a:spcBef>
                <a:spcPts val="0"/>
              </a:spcBef>
              <a:buClr>
                <a:srgbClr val="6AA84F"/>
              </a:buClr>
              <a:buSzPct val="100000"/>
              <a:buNone/>
              <a:defRPr sz="1800">
                <a:solidFill>
                  <a:srgbClr val="6AA84F"/>
                </a:solidFill>
              </a:defRPr>
            </a:lvl7pPr>
            <a:lvl8pPr lvl="7" rtl="0">
              <a:spcBef>
                <a:spcPts val="0"/>
              </a:spcBef>
              <a:buClr>
                <a:srgbClr val="6AA84F"/>
              </a:buClr>
              <a:buSzPct val="100000"/>
              <a:buNone/>
              <a:defRPr sz="1800">
                <a:solidFill>
                  <a:srgbClr val="6AA84F"/>
                </a:solidFill>
              </a:defRPr>
            </a:lvl8pPr>
            <a:lvl9pPr lvl="8" rtl="0">
              <a:spcBef>
                <a:spcPts val="0"/>
              </a:spcBef>
              <a:buClr>
                <a:srgbClr val="6AA84F"/>
              </a:buClr>
              <a:buSzPct val="100000"/>
              <a:buNone/>
              <a:defRPr sz="1800">
                <a:solidFill>
                  <a:srgbClr val="6AA84F"/>
                </a:solidFill>
              </a:defRPr>
            </a:lvl9pPr>
          </a:lstStyle>
          <a:p/>
        </p:txBody>
      </p:sp>
      <p:sp>
        <p:nvSpPr>
          <p:cNvPr id="64" name="Shape 64"/>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65" name="Shape 65"/>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66" name="Shape 66"/>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67" name="Shape 67"/>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68" name="Shape 68"/>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69" name="Shape 69"/>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70" name="Shape 70"/>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71" name="Shape 71"/>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72" name="Shape 72"/>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73" name="Shape 73"/>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74" name="Shape 74"/>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75" name="Shape 75"/>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76" name="Shape 76"/>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77" name="Shape 77"/>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78" name="Shape 78"/>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79" name="Shape 79"/>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80" name="Shape 80"/>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81" name="Shape 81"/>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82" name="Shape 82"/>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83" name="Shape 83"/>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Quote">
    <p:bg>
      <p:bgPr>
        <a:solidFill>
          <a:srgbClr val="007074"/>
        </a:solidFill>
      </p:bgPr>
    </p:bg>
    <p:spTree>
      <p:nvGrpSpPr>
        <p:cNvPr id="84" name="Shape 84"/>
        <p:cNvGrpSpPr/>
        <p:nvPr/>
      </p:nvGrpSpPr>
      <p:grpSpPr>
        <a:xfrm>
          <a:off x="0" y="0"/>
          <a:ext cx="0" cy="0"/>
          <a:chOff x="0" y="0"/>
          <a:chExt cx="0" cy="0"/>
        </a:xfrm>
      </p:grpSpPr>
      <p:sp>
        <p:nvSpPr>
          <p:cNvPr id="85" name="Shape 85"/>
          <p:cNvSpPr txBox="1"/>
          <p:nvPr>
            <p:ph idx="1" type="body"/>
          </p:nvPr>
        </p:nvSpPr>
        <p:spPr>
          <a:xfrm>
            <a:off x="724389" y="2161800"/>
            <a:ext cx="5343600" cy="819899"/>
          </a:xfrm>
          <a:prstGeom prst="rect">
            <a:avLst/>
          </a:prstGeom>
        </p:spPr>
        <p:txBody>
          <a:bodyPr anchorCtr="0" anchor="ctr" bIns="91425" lIns="91425" rIns="91425" wrap="square" tIns="91425"/>
          <a:lstStyle>
            <a:lvl1pPr lvl="0" rtl="0">
              <a:spcBef>
                <a:spcPts val="0"/>
              </a:spcBef>
              <a:buSzPct val="100000"/>
              <a:defRPr i="1" sz="3200"/>
            </a:lvl1pPr>
            <a:lvl2pPr lvl="1" rtl="0">
              <a:spcBef>
                <a:spcPts val="0"/>
              </a:spcBef>
              <a:buSzPct val="100000"/>
              <a:defRPr i="1" sz="3200"/>
            </a:lvl2pPr>
            <a:lvl3pPr lvl="2" rtl="0">
              <a:spcBef>
                <a:spcPts val="0"/>
              </a:spcBef>
              <a:buSzPct val="100000"/>
              <a:defRPr i="1" sz="3200"/>
            </a:lvl3pPr>
            <a:lvl4pPr lvl="3" rtl="0">
              <a:spcBef>
                <a:spcPts val="0"/>
              </a:spcBef>
              <a:buSzPct val="100000"/>
              <a:defRPr i="1" sz="3200"/>
            </a:lvl4pPr>
            <a:lvl5pPr lvl="4" rtl="0">
              <a:spcBef>
                <a:spcPts val="0"/>
              </a:spcBef>
              <a:buSzPct val="100000"/>
              <a:defRPr i="1" sz="3200"/>
            </a:lvl5pPr>
            <a:lvl6pPr lvl="5" rtl="0">
              <a:spcBef>
                <a:spcPts val="0"/>
              </a:spcBef>
              <a:buSzPct val="100000"/>
              <a:defRPr i="1" sz="3200"/>
            </a:lvl6pPr>
            <a:lvl7pPr lvl="6" rtl="0">
              <a:spcBef>
                <a:spcPts val="0"/>
              </a:spcBef>
              <a:buSzPct val="100000"/>
              <a:defRPr i="1" sz="3200"/>
            </a:lvl7pPr>
            <a:lvl8pPr lvl="7" rtl="0">
              <a:spcBef>
                <a:spcPts val="0"/>
              </a:spcBef>
              <a:buSzPct val="100000"/>
              <a:defRPr i="1" sz="3200"/>
            </a:lvl8pPr>
            <a:lvl9pPr lvl="8">
              <a:spcBef>
                <a:spcPts val="0"/>
              </a:spcBef>
              <a:buSzPct val="100000"/>
              <a:defRPr i="1" sz="3200"/>
            </a:lvl9pPr>
          </a:lstStyle>
          <a:p/>
        </p:txBody>
      </p:sp>
      <p:sp>
        <p:nvSpPr>
          <p:cNvPr id="86" name="Shape 86"/>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87" name="Shape 87"/>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88" name="Shape 88"/>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89" name="Shape 89"/>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90" name="Shape 90"/>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91" name="Shape 91"/>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92" name="Shape 92"/>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93" name="Shape 93"/>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94" name="Shape 94"/>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95" name="Shape 95"/>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96" name="Shape 96"/>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97" name="Shape 97"/>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98" name="Shape 98"/>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99" name="Shape 99"/>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00" name="Shape 100"/>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01" name="Shape 101"/>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02" name="Shape 102"/>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03" name="Shape 103"/>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04" name="Shape 104"/>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05" name="Shape 105"/>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x">
  <p:cSld name="Title + 1 column">
    <p:spTree>
      <p:nvGrpSpPr>
        <p:cNvPr id="106" name="Shape 106"/>
        <p:cNvGrpSpPr/>
        <p:nvPr/>
      </p:nvGrpSpPr>
      <p:grpSpPr>
        <a:xfrm>
          <a:off x="0" y="0"/>
          <a:ext cx="0" cy="0"/>
          <a:chOff x="0" y="0"/>
          <a:chExt cx="0" cy="0"/>
        </a:xfrm>
      </p:grpSpPr>
      <p:sp>
        <p:nvSpPr>
          <p:cNvPr id="107" name="Shape 107"/>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108" name="Shape 108"/>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109" name="Shape 109"/>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110" name="Shape 110"/>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111" name="Shape 111"/>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112" name="Shape 112"/>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113" name="Shape 113"/>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114" name="Shape 114"/>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115" name="Shape 115"/>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116" name="Shape 116"/>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17" name="Shape 117"/>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18" name="Shape 118"/>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119" name="Shape 119"/>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120" name="Shape 120"/>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21" name="Shape 121"/>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22" name="Shape 122"/>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23" name="Shape 123"/>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24" name="Shape 124"/>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25" name="Shape 125"/>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26" name="Shape 126"/>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127" name="Shape 127"/>
          <p:cNvSpPr txBox="1"/>
          <p:nvPr>
            <p:ph type="title"/>
          </p:nvPr>
        </p:nvSpPr>
        <p:spPr>
          <a:xfrm>
            <a:off x="717780" y="780900"/>
            <a:ext cx="5169000" cy="697500"/>
          </a:xfrm>
          <a:prstGeom prst="rect">
            <a:avLst/>
          </a:prstGeom>
        </p:spPr>
        <p:txBody>
          <a:bodyPr anchorCtr="0" anchor="b" bIns="91425" lIns="91425" rIns="91425" wrap="square"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28" name="Shape 128"/>
          <p:cNvSpPr txBox="1"/>
          <p:nvPr>
            <p:ph idx="1" type="body"/>
          </p:nvPr>
        </p:nvSpPr>
        <p:spPr>
          <a:xfrm>
            <a:off x="717780" y="1513573"/>
            <a:ext cx="5169000" cy="3031200"/>
          </a:xfrm>
          <a:prstGeom prst="rect">
            <a:avLst/>
          </a:prstGeom>
        </p:spPr>
        <p:txBody>
          <a:bodyPr anchorCtr="0" anchor="t" bIns="91425" lIns="91425" rIns="91425" wrap="square"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woColTx">
  <p:cSld name="Title + 2 columns">
    <p:spTree>
      <p:nvGrpSpPr>
        <p:cNvPr id="129" name="Shape 129"/>
        <p:cNvGrpSpPr/>
        <p:nvPr/>
      </p:nvGrpSpPr>
      <p:grpSpPr>
        <a:xfrm>
          <a:off x="0" y="0"/>
          <a:ext cx="0" cy="0"/>
          <a:chOff x="0" y="0"/>
          <a:chExt cx="0" cy="0"/>
        </a:xfrm>
      </p:grpSpPr>
      <p:sp>
        <p:nvSpPr>
          <p:cNvPr id="130" name="Shape 130"/>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131" name="Shape 131"/>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132" name="Shape 132"/>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133" name="Shape 133"/>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134" name="Shape 134"/>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135" name="Shape 135"/>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136" name="Shape 136"/>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137" name="Shape 137"/>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138" name="Shape 138"/>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139" name="Shape 139"/>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40" name="Shape 140"/>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41" name="Shape 141"/>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142" name="Shape 142"/>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143" name="Shape 143"/>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44" name="Shape 144"/>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45" name="Shape 145"/>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46" name="Shape 146"/>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47" name="Shape 147"/>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48" name="Shape 148"/>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49" name="Shape 149"/>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150" name="Shape 150"/>
          <p:cNvSpPr txBox="1"/>
          <p:nvPr>
            <p:ph type="title"/>
          </p:nvPr>
        </p:nvSpPr>
        <p:spPr>
          <a:xfrm>
            <a:off x="735875" y="780900"/>
            <a:ext cx="5917199" cy="697500"/>
          </a:xfrm>
          <a:prstGeom prst="rect">
            <a:avLst/>
          </a:prstGeom>
        </p:spPr>
        <p:txBody>
          <a:bodyPr anchorCtr="0" anchor="b" bIns="91425" lIns="91425" rIns="91425" wrap="square"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51" name="Shape 151"/>
          <p:cNvSpPr txBox="1"/>
          <p:nvPr>
            <p:ph idx="1" type="body"/>
          </p:nvPr>
        </p:nvSpPr>
        <p:spPr>
          <a:xfrm>
            <a:off x="735875" y="1478400"/>
            <a:ext cx="2667599" cy="3447299"/>
          </a:xfrm>
          <a:prstGeom prst="rect">
            <a:avLst/>
          </a:prstGeom>
        </p:spPr>
        <p:txBody>
          <a:bodyPr anchorCtr="0" anchor="t" bIns="91425" lIns="91425" rIns="91425" wrap="square" tIns="91425"/>
          <a:lstStyle>
            <a:lvl1pPr lvl="0">
              <a:spcBef>
                <a:spcPts val="0"/>
              </a:spcBef>
              <a:buSzPct val="100000"/>
              <a:defRPr sz="1800"/>
            </a:lvl1pPr>
            <a:lvl2pPr lvl="1">
              <a:spcBef>
                <a:spcPts val="0"/>
              </a:spcBef>
              <a:buSzPct val="100000"/>
              <a:defRPr sz="1800"/>
            </a:lvl2pPr>
            <a:lvl3pPr lvl="2">
              <a:spcBef>
                <a:spcPts val="0"/>
              </a:spcBef>
              <a:buSzPct val="100000"/>
              <a:defRPr sz="1800"/>
            </a:lvl3pPr>
            <a:lvl4pPr lvl="3">
              <a:spcBef>
                <a:spcPts val="0"/>
              </a:spcBef>
              <a:buSzPct val="100000"/>
              <a:defRPr sz="1800"/>
            </a:lvl4pPr>
            <a:lvl5pPr lvl="4">
              <a:spcBef>
                <a:spcPts val="0"/>
              </a:spcBef>
              <a:buSzPct val="100000"/>
              <a:defRPr sz="1800"/>
            </a:lvl5pPr>
            <a:lvl6pPr lvl="5">
              <a:spcBef>
                <a:spcPts val="0"/>
              </a:spcBef>
              <a:buSzPct val="100000"/>
              <a:defRPr sz="1800"/>
            </a:lvl6pPr>
            <a:lvl7pPr lvl="6">
              <a:spcBef>
                <a:spcPts val="0"/>
              </a:spcBef>
              <a:buSzPct val="100000"/>
              <a:defRPr sz="1800"/>
            </a:lvl7pPr>
            <a:lvl8pPr lvl="7">
              <a:spcBef>
                <a:spcPts val="0"/>
              </a:spcBef>
              <a:buSzPct val="100000"/>
              <a:defRPr sz="1800"/>
            </a:lvl8pPr>
            <a:lvl9pPr lvl="8">
              <a:spcBef>
                <a:spcPts val="0"/>
              </a:spcBef>
              <a:buSzPct val="100000"/>
              <a:defRPr sz="1800"/>
            </a:lvl9pPr>
          </a:lstStyle>
          <a:p/>
        </p:txBody>
      </p:sp>
      <p:sp>
        <p:nvSpPr>
          <p:cNvPr id="152" name="Shape 152"/>
          <p:cNvSpPr txBox="1"/>
          <p:nvPr>
            <p:ph idx="2" type="body"/>
          </p:nvPr>
        </p:nvSpPr>
        <p:spPr>
          <a:xfrm>
            <a:off x="3563909" y="1478400"/>
            <a:ext cx="2667599" cy="3447299"/>
          </a:xfrm>
          <a:prstGeom prst="rect">
            <a:avLst/>
          </a:prstGeom>
        </p:spPr>
        <p:txBody>
          <a:bodyPr anchorCtr="0" anchor="t" bIns="91425" lIns="91425" rIns="91425" wrap="square" tIns="91425"/>
          <a:lstStyle>
            <a:lvl1pPr lvl="0">
              <a:spcBef>
                <a:spcPts val="0"/>
              </a:spcBef>
              <a:buSzPct val="100000"/>
              <a:defRPr sz="1800"/>
            </a:lvl1pPr>
            <a:lvl2pPr lvl="1">
              <a:spcBef>
                <a:spcPts val="0"/>
              </a:spcBef>
              <a:buSzPct val="100000"/>
              <a:defRPr sz="1800"/>
            </a:lvl2pPr>
            <a:lvl3pPr lvl="2">
              <a:spcBef>
                <a:spcPts val="0"/>
              </a:spcBef>
              <a:buSzPct val="100000"/>
              <a:defRPr sz="1800"/>
            </a:lvl3pPr>
            <a:lvl4pPr lvl="3">
              <a:spcBef>
                <a:spcPts val="0"/>
              </a:spcBef>
              <a:buSzPct val="100000"/>
              <a:defRPr sz="1800"/>
            </a:lvl4pPr>
            <a:lvl5pPr lvl="4">
              <a:spcBef>
                <a:spcPts val="0"/>
              </a:spcBef>
              <a:buSzPct val="100000"/>
              <a:defRPr sz="1800"/>
            </a:lvl5pPr>
            <a:lvl6pPr lvl="5">
              <a:spcBef>
                <a:spcPts val="0"/>
              </a:spcBef>
              <a:buSzPct val="100000"/>
              <a:defRPr sz="1800"/>
            </a:lvl6pPr>
            <a:lvl7pPr lvl="6">
              <a:spcBef>
                <a:spcPts val="0"/>
              </a:spcBef>
              <a:buSzPct val="100000"/>
              <a:defRPr sz="1800"/>
            </a:lvl7pPr>
            <a:lvl8pPr lvl="7">
              <a:spcBef>
                <a:spcPts val="0"/>
              </a:spcBef>
              <a:buSzPct val="100000"/>
              <a:defRPr sz="1800"/>
            </a:lvl8pPr>
            <a:lvl9pPr lvl="8">
              <a:spcBef>
                <a:spcPts val="0"/>
              </a:spcBef>
              <a:buSzPct val="100000"/>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Title + 3 columns">
    <p:spTree>
      <p:nvGrpSpPr>
        <p:cNvPr id="153" name="Shape 153"/>
        <p:cNvGrpSpPr/>
        <p:nvPr/>
      </p:nvGrpSpPr>
      <p:grpSpPr>
        <a:xfrm>
          <a:off x="0" y="0"/>
          <a:ext cx="0" cy="0"/>
          <a:chOff x="0" y="0"/>
          <a:chExt cx="0" cy="0"/>
        </a:xfrm>
      </p:grpSpPr>
      <p:sp>
        <p:nvSpPr>
          <p:cNvPr id="154" name="Shape 154"/>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155" name="Shape 155"/>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156" name="Shape 156"/>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157" name="Shape 157"/>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158" name="Shape 158"/>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159" name="Shape 159"/>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160" name="Shape 160"/>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161" name="Shape 161"/>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162" name="Shape 162"/>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163" name="Shape 163"/>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64" name="Shape 164"/>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65" name="Shape 165"/>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166" name="Shape 166"/>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167" name="Shape 167"/>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68" name="Shape 168"/>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69" name="Shape 169"/>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70" name="Shape 170"/>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71" name="Shape 171"/>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72" name="Shape 172"/>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73" name="Shape 173"/>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174" name="Shape 174"/>
          <p:cNvSpPr txBox="1"/>
          <p:nvPr>
            <p:ph type="title"/>
          </p:nvPr>
        </p:nvSpPr>
        <p:spPr>
          <a:xfrm>
            <a:off x="735875" y="780900"/>
            <a:ext cx="5917199" cy="697500"/>
          </a:xfrm>
          <a:prstGeom prst="rect">
            <a:avLst/>
          </a:prstGeom>
        </p:spPr>
        <p:txBody>
          <a:bodyPr anchorCtr="0" anchor="b" bIns="91425" lIns="91425" rIns="91425" wrap="square"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175" name="Shape 175"/>
          <p:cNvSpPr txBox="1"/>
          <p:nvPr>
            <p:ph idx="1" type="body"/>
          </p:nvPr>
        </p:nvSpPr>
        <p:spPr>
          <a:xfrm>
            <a:off x="735875" y="1478400"/>
            <a:ext cx="1771499" cy="3447299"/>
          </a:xfrm>
          <a:prstGeom prst="rect">
            <a:avLst/>
          </a:prstGeom>
        </p:spPr>
        <p:txBody>
          <a:bodyPr anchorCtr="0" anchor="t" bIns="91425" lIns="91425" rIns="91425" wrap="square" tIns="91425"/>
          <a:lstStyle>
            <a:lvl1pPr lvl="0" rtl="0">
              <a:spcBef>
                <a:spcPts val="0"/>
              </a:spcBef>
              <a:buSzPct val="100000"/>
              <a:defRPr sz="1400"/>
            </a:lvl1pPr>
            <a:lvl2pPr lvl="1" rtl="0">
              <a:spcBef>
                <a:spcPts val="0"/>
              </a:spcBef>
              <a:buSzPct val="100000"/>
              <a:defRPr sz="1400"/>
            </a:lvl2pPr>
            <a:lvl3pPr lvl="2" rtl="0">
              <a:spcBef>
                <a:spcPts val="0"/>
              </a:spcBef>
              <a:buSzPct val="100000"/>
              <a:defRPr sz="1400"/>
            </a:lvl3pPr>
            <a:lvl4pPr lvl="3" rtl="0">
              <a:spcBef>
                <a:spcPts val="0"/>
              </a:spcBef>
              <a:buSzPct val="100000"/>
              <a:defRPr sz="1400"/>
            </a:lvl4pPr>
            <a:lvl5pPr lvl="4" rtl="0">
              <a:spcBef>
                <a:spcPts val="0"/>
              </a:spcBef>
              <a:buSzPct val="100000"/>
              <a:defRPr sz="1400"/>
            </a:lvl5pPr>
            <a:lvl6pPr lvl="5" rtl="0">
              <a:spcBef>
                <a:spcPts val="0"/>
              </a:spcBef>
              <a:buSzPct val="100000"/>
              <a:defRPr sz="1400"/>
            </a:lvl6pPr>
            <a:lvl7pPr lvl="6" rtl="0">
              <a:spcBef>
                <a:spcPts val="0"/>
              </a:spcBef>
              <a:buSzPct val="100000"/>
              <a:defRPr sz="1400"/>
            </a:lvl7pPr>
            <a:lvl8pPr lvl="7" rtl="0">
              <a:spcBef>
                <a:spcPts val="0"/>
              </a:spcBef>
              <a:buSzPct val="100000"/>
              <a:defRPr sz="1400"/>
            </a:lvl8pPr>
            <a:lvl9pPr lvl="8" rtl="0">
              <a:spcBef>
                <a:spcPts val="0"/>
              </a:spcBef>
              <a:buSzPct val="100000"/>
              <a:defRPr sz="1400"/>
            </a:lvl9pPr>
          </a:lstStyle>
          <a:p/>
        </p:txBody>
      </p:sp>
      <p:sp>
        <p:nvSpPr>
          <p:cNvPr id="176" name="Shape 176"/>
          <p:cNvSpPr txBox="1"/>
          <p:nvPr>
            <p:ph idx="2" type="body"/>
          </p:nvPr>
        </p:nvSpPr>
        <p:spPr>
          <a:xfrm>
            <a:off x="2597934" y="1478400"/>
            <a:ext cx="1771499" cy="3447299"/>
          </a:xfrm>
          <a:prstGeom prst="rect">
            <a:avLst/>
          </a:prstGeom>
        </p:spPr>
        <p:txBody>
          <a:bodyPr anchorCtr="0" anchor="t" bIns="91425" lIns="91425" rIns="91425" wrap="square" tIns="91425"/>
          <a:lstStyle>
            <a:lvl1pPr lvl="0" rtl="0">
              <a:spcBef>
                <a:spcPts val="0"/>
              </a:spcBef>
              <a:buSzPct val="100000"/>
              <a:defRPr sz="1400"/>
            </a:lvl1pPr>
            <a:lvl2pPr lvl="1" rtl="0">
              <a:spcBef>
                <a:spcPts val="0"/>
              </a:spcBef>
              <a:buSzPct val="100000"/>
              <a:defRPr sz="1400"/>
            </a:lvl2pPr>
            <a:lvl3pPr lvl="2" rtl="0">
              <a:spcBef>
                <a:spcPts val="0"/>
              </a:spcBef>
              <a:buSzPct val="100000"/>
              <a:defRPr sz="1400"/>
            </a:lvl3pPr>
            <a:lvl4pPr lvl="3" rtl="0">
              <a:spcBef>
                <a:spcPts val="0"/>
              </a:spcBef>
              <a:buSzPct val="100000"/>
              <a:defRPr sz="1400"/>
            </a:lvl4pPr>
            <a:lvl5pPr lvl="4" rtl="0">
              <a:spcBef>
                <a:spcPts val="0"/>
              </a:spcBef>
              <a:buSzPct val="100000"/>
              <a:defRPr sz="1400"/>
            </a:lvl5pPr>
            <a:lvl6pPr lvl="5" rtl="0">
              <a:spcBef>
                <a:spcPts val="0"/>
              </a:spcBef>
              <a:buSzPct val="100000"/>
              <a:defRPr sz="1400"/>
            </a:lvl6pPr>
            <a:lvl7pPr lvl="6" rtl="0">
              <a:spcBef>
                <a:spcPts val="0"/>
              </a:spcBef>
              <a:buSzPct val="100000"/>
              <a:defRPr sz="1400"/>
            </a:lvl7pPr>
            <a:lvl8pPr lvl="7" rtl="0">
              <a:spcBef>
                <a:spcPts val="0"/>
              </a:spcBef>
              <a:buSzPct val="100000"/>
              <a:defRPr sz="1400"/>
            </a:lvl8pPr>
            <a:lvl9pPr lvl="8" rtl="0">
              <a:spcBef>
                <a:spcPts val="0"/>
              </a:spcBef>
              <a:buSzPct val="100000"/>
              <a:defRPr sz="1400"/>
            </a:lvl9pPr>
          </a:lstStyle>
          <a:p/>
        </p:txBody>
      </p:sp>
      <p:sp>
        <p:nvSpPr>
          <p:cNvPr id="177" name="Shape 177"/>
          <p:cNvSpPr txBox="1"/>
          <p:nvPr>
            <p:ph idx="3" type="body"/>
          </p:nvPr>
        </p:nvSpPr>
        <p:spPr>
          <a:xfrm>
            <a:off x="4459994" y="1478400"/>
            <a:ext cx="1771499" cy="3447299"/>
          </a:xfrm>
          <a:prstGeom prst="rect">
            <a:avLst/>
          </a:prstGeom>
        </p:spPr>
        <p:txBody>
          <a:bodyPr anchorCtr="0" anchor="t" bIns="91425" lIns="91425" rIns="91425" wrap="square" tIns="91425"/>
          <a:lstStyle>
            <a:lvl1pPr lvl="0" rtl="0">
              <a:spcBef>
                <a:spcPts val="0"/>
              </a:spcBef>
              <a:buSzPct val="100000"/>
              <a:defRPr sz="1400"/>
            </a:lvl1pPr>
            <a:lvl2pPr lvl="1" rtl="0">
              <a:spcBef>
                <a:spcPts val="0"/>
              </a:spcBef>
              <a:buSzPct val="100000"/>
              <a:defRPr sz="1400"/>
            </a:lvl2pPr>
            <a:lvl3pPr lvl="2" rtl="0">
              <a:spcBef>
                <a:spcPts val="0"/>
              </a:spcBef>
              <a:buSzPct val="100000"/>
              <a:defRPr sz="1400"/>
            </a:lvl3pPr>
            <a:lvl4pPr lvl="3" rtl="0">
              <a:spcBef>
                <a:spcPts val="0"/>
              </a:spcBef>
              <a:buSzPct val="100000"/>
              <a:defRPr sz="1400"/>
            </a:lvl4pPr>
            <a:lvl5pPr lvl="4" rtl="0">
              <a:spcBef>
                <a:spcPts val="0"/>
              </a:spcBef>
              <a:buSzPct val="100000"/>
              <a:defRPr sz="1400"/>
            </a:lvl5pPr>
            <a:lvl6pPr lvl="5" rtl="0">
              <a:spcBef>
                <a:spcPts val="0"/>
              </a:spcBef>
              <a:buSzPct val="100000"/>
              <a:defRPr sz="1400"/>
            </a:lvl6pPr>
            <a:lvl7pPr lvl="6" rtl="0">
              <a:spcBef>
                <a:spcPts val="0"/>
              </a:spcBef>
              <a:buSzPct val="100000"/>
              <a:defRPr sz="1400"/>
            </a:lvl7pPr>
            <a:lvl8pPr lvl="7" rtl="0">
              <a:spcBef>
                <a:spcPts val="0"/>
              </a:spcBef>
              <a:buSzPct val="100000"/>
              <a:defRPr sz="1400"/>
            </a:lvl8pPr>
            <a:lvl9pPr lvl="8" rtl="0">
              <a:spcBef>
                <a:spcPts val="0"/>
              </a:spcBef>
              <a:buSzPct val="100000"/>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Only">
  <p:cSld name="Title only">
    <p:spTree>
      <p:nvGrpSpPr>
        <p:cNvPr id="178" name="Shape 178"/>
        <p:cNvGrpSpPr/>
        <p:nvPr/>
      </p:nvGrpSpPr>
      <p:grpSpPr>
        <a:xfrm>
          <a:off x="0" y="0"/>
          <a:ext cx="0" cy="0"/>
          <a:chOff x="0" y="0"/>
          <a:chExt cx="0" cy="0"/>
        </a:xfrm>
      </p:grpSpPr>
      <p:sp>
        <p:nvSpPr>
          <p:cNvPr id="179" name="Shape 179"/>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180" name="Shape 180"/>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181" name="Shape 181"/>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182" name="Shape 182"/>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183" name="Shape 183"/>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184" name="Shape 184"/>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185" name="Shape 185"/>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186" name="Shape 186"/>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187" name="Shape 187"/>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188" name="Shape 188"/>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89" name="Shape 189"/>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90" name="Shape 190"/>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191" name="Shape 191"/>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192" name="Shape 192"/>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93" name="Shape 193"/>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94" name="Shape 194"/>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95" name="Shape 195"/>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96" name="Shape 196"/>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97" name="Shape 197"/>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98" name="Shape 198"/>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199" name="Shape 199"/>
          <p:cNvSpPr txBox="1"/>
          <p:nvPr>
            <p:ph type="title"/>
          </p:nvPr>
        </p:nvSpPr>
        <p:spPr>
          <a:xfrm>
            <a:off x="735875" y="780900"/>
            <a:ext cx="5917199" cy="697500"/>
          </a:xfrm>
          <a:prstGeom prst="rect">
            <a:avLst/>
          </a:prstGeom>
        </p:spPr>
        <p:txBody>
          <a:bodyPr anchorCtr="0" anchor="b" bIns="91425" lIns="91425" rIns="91425" wrap="square"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Caption">
    <p:spTree>
      <p:nvGrpSpPr>
        <p:cNvPr id="200" name="Shape 200"/>
        <p:cNvGrpSpPr/>
        <p:nvPr/>
      </p:nvGrpSpPr>
      <p:grpSpPr>
        <a:xfrm>
          <a:off x="0" y="0"/>
          <a:ext cx="0" cy="0"/>
          <a:chOff x="0" y="0"/>
          <a:chExt cx="0" cy="0"/>
        </a:xfrm>
      </p:grpSpPr>
      <p:sp>
        <p:nvSpPr>
          <p:cNvPr id="201" name="Shape 201"/>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202" name="Shape 202"/>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203" name="Shape 203"/>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204" name="Shape 204"/>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205" name="Shape 205"/>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206" name="Shape 206"/>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207" name="Shape 207"/>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208" name="Shape 208"/>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209" name="Shape 209"/>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210" name="Shape 210"/>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211" name="Shape 211"/>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212" name="Shape 212"/>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213" name="Shape 213"/>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214" name="Shape 214"/>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215" name="Shape 215"/>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216" name="Shape 216"/>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217" name="Shape 217"/>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218" name="Shape 218"/>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219" name="Shape 219"/>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220" name="Shape 220"/>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221" name="Shape 221"/>
          <p:cNvSpPr txBox="1"/>
          <p:nvPr>
            <p:ph idx="1" type="body"/>
          </p:nvPr>
        </p:nvSpPr>
        <p:spPr>
          <a:xfrm>
            <a:off x="733425" y="4406300"/>
            <a:ext cx="5915099" cy="519599"/>
          </a:xfrm>
          <a:prstGeom prst="rect">
            <a:avLst/>
          </a:prstGeom>
        </p:spPr>
        <p:txBody>
          <a:bodyPr anchorCtr="0" anchor="t" bIns="91425" lIns="91425" rIns="91425" wrap="square" tIns="91425"/>
          <a:lstStyle>
            <a:lvl1pPr lvl="0">
              <a:spcBef>
                <a:spcPts val="360"/>
              </a:spcBef>
              <a:buSzPct val="100000"/>
              <a:buNone/>
              <a:defRPr sz="1800"/>
            </a:lvl1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blank">
  <p:cSld name="Blank">
    <p:spTree>
      <p:nvGrpSpPr>
        <p:cNvPr id="222" name="Shape 222"/>
        <p:cNvGrpSpPr/>
        <p:nvPr/>
      </p:nvGrpSpPr>
      <p:grpSpPr>
        <a:xfrm>
          <a:off x="0" y="0"/>
          <a:ext cx="0" cy="0"/>
          <a:chOff x="0" y="0"/>
          <a:chExt cx="0" cy="0"/>
        </a:xfrm>
      </p:grpSpPr>
      <p:sp>
        <p:nvSpPr>
          <p:cNvPr id="223" name="Shape 223"/>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224" name="Shape 224"/>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225" name="Shape 225"/>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226" name="Shape 226"/>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227" name="Shape 227"/>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228" name="Shape 228"/>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229" name="Shape 229"/>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230" name="Shape 230"/>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231" name="Shape 231"/>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232" name="Shape 232"/>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233" name="Shape 233"/>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234" name="Shape 234"/>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235" name="Shape 235"/>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236" name="Shape 236"/>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237" name="Shape 237"/>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238" name="Shape 238"/>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239" name="Shape 239"/>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240" name="Shape 240"/>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241" name="Shape 241"/>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242" name="Shape 242"/>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Completely blank">
    <p:spTree>
      <p:nvGrpSpPr>
        <p:cNvPr id="243" name="Shape 24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
    <p:bg>
      <p:bgPr>
        <a:solidFill>
          <a:srgbClr val="004046"/>
        </a:solidFill>
      </p:bgPr>
    </p:bg>
    <p:spTree>
      <p:nvGrpSpPr>
        <p:cNvPr id="5" name="Shape 5"/>
        <p:cNvGrpSpPr/>
        <p:nvPr/>
      </p:nvGrpSpPr>
      <p:grpSpPr>
        <a:xfrm>
          <a:off x="0" y="0"/>
          <a:ext cx="0" cy="0"/>
          <a:chOff x="0" y="0"/>
          <a:chExt cx="0" cy="0"/>
        </a:xfrm>
      </p:grpSpPr>
      <p:grpSp>
        <p:nvGrpSpPr>
          <p:cNvPr id="6" name="Shape 6"/>
          <p:cNvGrpSpPr/>
          <p:nvPr/>
        </p:nvGrpSpPr>
        <p:grpSpPr>
          <a:xfrm>
            <a:off x="825797" y="-750"/>
            <a:ext cx="7486404" cy="5145000"/>
            <a:chOff x="825797" y="-750"/>
            <a:chExt cx="7486404" cy="5145000"/>
          </a:xfrm>
        </p:grpSpPr>
        <p:cxnSp>
          <p:nvCxnSpPr>
            <p:cNvPr id="7" name="Shape 7"/>
            <p:cNvCxnSpPr/>
            <p:nvPr/>
          </p:nvCxnSpPr>
          <p:spPr>
            <a:xfrm>
              <a:off x="825797"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8" name="Shape 8"/>
            <p:cNvCxnSpPr/>
            <p:nvPr/>
          </p:nvCxnSpPr>
          <p:spPr>
            <a:xfrm>
              <a:off x="1657620"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9" name="Shape 9"/>
            <p:cNvCxnSpPr/>
            <p:nvPr/>
          </p:nvCxnSpPr>
          <p:spPr>
            <a:xfrm>
              <a:off x="2489443"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0" name="Shape 10"/>
            <p:cNvCxnSpPr/>
            <p:nvPr/>
          </p:nvCxnSpPr>
          <p:spPr>
            <a:xfrm>
              <a:off x="8312202"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1" name="Shape 11"/>
            <p:cNvCxnSpPr/>
            <p:nvPr/>
          </p:nvCxnSpPr>
          <p:spPr>
            <a:xfrm>
              <a:off x="7480379"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2" name="Shape 12"/>
            <p:cNvCxnSpPr/>
            <p:nvPr/>
          </p:nvCxnSpPr>
          <p:spPr>
            <a:xfrm>
              <a:off x="6648557"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3" name="Shape 13"/>
            <p:cNvCxnSpPr/>
            <p:nvPr/>
          </p:nvCxnSpPr>
          <p:spPr>
            <a:xfrm>
              <a:off x="5816733"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4" name="Shape 14"/>
            <p:cNvCxnSpPr/>
            <p:nvPr/>
          </p:nvCxnSpPr>
          <p:spPr>
            <a:xfrm>
              <a:off x="4984911"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5" name="Shape 15"/>
            <p:cNvCxnSpPr/>
            <p:nvPr/>
          </p:nvCxnSpPr>
          <p:spPr>
            <a:xfrm>
              <a:off x="4153088"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6" name="Shape 16"/>
            <p:cNvCxnSpPr/>
            <p:nvPr/>
          </p:nvCxnSpPr>
          <p:spPr>
            <a:xfrm>
              <a:off x="3321266" y="-750"/>
              <a:ext cx="0" cy="5145000"/>
            </a:xfrm>
            <a:prstGeom prst="straightConnector1">
              <a:avLst/>
            </a:prstGeom>
            <a:noFill/>
            <a:ln cap="flat" cmpd="sng" w="9525">
              <a:solidFill>
                <a:srgbClr val="005C65"/>
              </a:solidFill>
              <a:prstDash val="dot"/>
              <a:round/>
              <a:headEnd len="lg" w="lg" type="none"/>
              <a:tailEnd len="lg" w="lg" type="none"/>
            </a:ln>
          </p:spPr>
        </p:cxnSp>
      </p:grpSp>
      <p:sp>
        <p:nvSpPr>
          <p:cNvPr id="17" name="Shape 17"/>
          <p:cNvSpPr txBox="1"/>
          <p:nvPr>
            <p:ph type="title"/>
          </p:nvPr>
        </p:nvSpPr>
        <p:spPr>
          <a:xfrm>
            <a:off x="735875" y="780900"/>
            <a:ext cx="5917199" cy="697500"/>
          </a:xfrm>
          <a:prstGeom prst="rect">
            <a:avLst/>
          </a:prstGeom>
          <a:noFill/>
          <a:ln>
            <a:noFill/>
          </a:ln>
        </p:spPr>
        <p:txBody>
          <a:bodyPr anchorCtr="0" anchor="b" bIns="91425" lIns="91425" rIns="91425" wrap="square" tIns="91425"/>
          <a:lstStyle>
            <a:lvl1pPr lvl="0">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1pPr>
            <a:lvl2pPr lvl="1">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2pPr>
            <a:lvl3pPr lvl="2">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3pPr>
            <a:lvl4pPr lvl="3">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4pPr>
            <a:lvl5pPr lvl="4">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5pPr>
            <a:lvl6pPr lvl="5">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6pPr>
            <a:lvl7pPr lvl="6">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7pPr>
            <a:lvl8pPr lvl="7">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8pPr>
            <a:lvl9pPr lvl="8">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9pPr>
          </a:lstStyle>
          <a:p/>
        </p:txBody>
      </p:sp>
      <p:sp>
        <p:nvSpPr>
          <p:cNvPr id="18" name="Shape 18"/>
          <p:cNvSpPr txBox="1"/>
          <p:nvPr>
            <p:ph idx="1" type="body"/>
          </p:nvPr>
        </p:nvSpPr>
        <p:spPr>
          <a:xfrm>
            <a:off x="735875" y="1513573"/>
            <a:ext cx="5917199" cy="3031200"/>
          </a:xfrm>
          <a:prstGeom prst="rect">
            <a:avLst/>
          </a:prstGeom>
          <a:noFill/>
          <a:ln>
            <a:noFill/>
          </a:ln>
        </p:spPr>
        <p:txBody>
          <a:bodyPr anchorCtr="0" anchor="t" bIns="91425" lIns="91425" rIns="91425" wrap="square" tIns="91425"/>
          <a:lstStyle>
            <a:lvl1pPr lvl="0">
              <a:spcBef>
                <a:spcPts val="600"/>
              </a:spcBef>
              <a:buClr>
                <a:srgbClr val="EFEFEF"/>
              </a:buClr>
              <a:buSzPct val="100000"/>
              <a:buFont typeface="PT Serif"/>
              <a:buChar char="⊸"/>
              <a:defRPr sz="2400">
                <a:solidFill>
                  <a:srgbClr val="EFEFEF"/>
                </a:solidFill>
                <a:latin typeface="PT Serif"/>
                <a:ea typeface="PT Serif"/>
                <a:cs typeface="PT Serif"/>
                <a:sym typeface="PT Serif"/>
              </a:defRPr>
            </a:lvl1pPr>
            <a:lvl2pPr lvl="1">
              <a:spcBef>
                <a:spcPts val="480"/>
              </a:spcBef>
              <a:buClr>
                <a:srgbClr val="EFEFEF"/>
              </a:buClr>
              <a:buSzPct val="100000"/>
              <a:buFont typeface="PT Serif"/>
              <a:buChar char="▫"/>
              <a:defRPr sz="2400">
                <a:solidFill>
                  <a:srgbClr val="EFEFEF"/>
                </a:solidFill>
                <a:latin typeface="PT Serif"/>
                <a:ea typeface="PT Serif"/>
                <a:cs typeface="PT Serif"/>
                <a:sym typeface="PT Serif"/>
              </a:defRPr>
            </a:lvl2pPr>
            <a:lvl3pPr lvl="2">
              <a:spcBef>
                <a:spcPts val="480"/>
              </a:spcBef>
              <a:buClr>
                <a:srgbClr val="EFEFEF"/>
              </a:buClr>
              <a:buSzPct val="100000"/>
              <a:buFont typeface="PT Serif"/>
              <a:buChar char="⋅"/>
              <a:defRPr sz="2400">
                <a:solidFill>
                  <a:srgbClr val="EFEFEF"/>
                </a:solidFill>
                <a:latin typeface="PT Serif"/>
                <a:ea typeface="PT Serif"/>
                <a:cs typeface="PT Serif"/>
                <a:sym typeface="PT Serif"/>
              </a:defRPr>
            </a:lvl3pPr>
            <a:lvl4pPr lvl="3">
              <a:spcBef>
                <a:spcPts val="360"/>
              </a:spcBef>
              <a:buClr>
                <a:srgbClr val="EFEFEF"/>
              </a:buClr>
              <a:buSzPct val="100000"/>
              <a:buFont typeface="PT Serif"/>
              <a:buChar char="●"/>
              <a:defRPr sz="2400">
                <a:solidFill>
                  <a:srgbClr val="EFEFEF"/>
                </a:solidFill>
                <a:latin typeface="PT Serif"/>
                <a:ea typeface="PT Serif"/>
                <a:cs typeface="PT Serif"/>
                <a:sym typeface="PT Serif"/>
              </a:defRPr>
            </a:lvl4pPr>
            <a:lvl5pPr lvl="4">
              <a:spcBef>
                <a:spcPts val="360"/>
              </a:spcBef>
              <a:buClr>
                <a:srgbClr val="EFEFEF"/>
              </a:buClr>
              <a:buSzPct val="100000"/>
              <a:buFont typeface="PT Serif"/>
              <a:buChar char="○"/>
              <a:defRPr sz="2400">
                <a:solidFill>
                  <a:srgbClr val="EFEFEF"/>
                </a:solidFill>
                <a:latin typeface="PT Serif"/>
                <a:ea typeface="PT Serif"/>
                <a:cs typeface="PT Serif"/>
                <a:sym typeface="PT Serif"/>
              </a:defRPr>
            </a:lvl5pPr>
            <a:lvl6pPr lvl="5">
              <a:spcBef>
                <a:spcPts val="360"/>
              </a:spcBef>
              <a:buClr>
                <a:srgbClr val="EFEFEF"/>
              </a:buClr>
              <a:buSzPct val="100000"/>
              <a:buFont typeface="PT Serif"/>
              <a:buChar char="■"/>
              <a:defRPr sz="2400">
                <a:solidFill>
                  <a:srgbClr val="EFEFEF"/>
                </a:solidFill>
                <a:latin typeface="PT Serif"/>
                <a:ea typeface="PT Serif"/>
                <a:cs typeface="PT Serif"/>
                <a:sym typeface="PT Serif"/>
              </a:defRPr>
            </a:lvl6pPr>
            <a:lvl7pPr lvl="6">
              <a:spcBef>
                <a:spcPts val="360"/>
              </a:spcBef>
              <a:buClr>
                <a:srgbClr val="EFEFEF"/>
              </a:buClr>
              <a:buSzPct val="100000"/>
              <a:buFont typeface="PT Serif"/>
              <a:buChar char="●"/>
              <a:defRPr sz="2400">
                <a:solidFill>
                  <a:srgbClr val="EFEFEF"/>
                </a:solidFill>
                <a:latin typeface="PT Serif"/>
                <a:ea typeface="PT Serif"/>
                <a:cs typeface="PT Serif"/>
                <a:sym typeface="PT Serif"/>
              </a:defRPr>
            </a:lvl7pPr>
            <a:lvl8pPr lvl="7">
              <a:spcBef>
                <a:spcPts val="360"/>
              </a:spcBef>
              <a:buClr>
                <a:srgbClr val="EFEFEF"/>
              </a:buClr>
              <a:buSzPct val="100000"/>
              <a:buFont typeface="PT Serif"/>
              <a:buChar char="○"/>
              <a:defRPr sz="2400">
                <a:solidFill>
                  <a:srgbClr val="EFEFEF"/>
                </a:solidFill>
                <a:latin typeface="PT Serif"/>
                <a:ea typeface="PT Serif"/>
                <a:cs typeface="PT Serif"/>
                <a:sym typeface="PT Serif"/>
              </a:defRPr>
            </a:lvl8pPr>
            <a:lvl9pPr lvl="8">
              <a:spcBef>
                <a:spcPts val="360"/>
              </a:spcBef>
              <a:buClr>
                <a:srgbClr val="EFEFEF"/>
              </a:buClr>
              <a:buSzPct val="100000"/>
              <a:buFont typeface="PT Serif"/>
              <a:buChar char="■"/>
              <a:defRPr sz="2400">
                <a:solidFill>
                  <a:srgbClr val="EFEFEF"/>
                </a:solidFill>
                <a:latin typeface="PT Serif"/>
                <a:ea typeface="PT Serif"/>
                <a:cs typeface="PT Serif"/>
                <a:sym typeface="PT Serif"/>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en.wikipedia.org/wiki/Cryptocurrenc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money.cnn.com/2017/09/15/technology/china-bitcoin-exchanges-prices-crash/index.html" TargetMode="External"/><Relationship Id="rId4" Type="http://schemas.openxmlformats.org/officeDocument/2006/relationships/hyperlink" Target="http://money.cnn.com/2017/09/15/technology/china-bitcoin-exchanges-prices-crash/index.html" TargetMode="External"/><Relationship Id="rId5" Type="http://schemas.openxmlformats.org/officeDocument/2006/relationships/hyperlink" Target="https://www.cnbc.com/2017/09/14/bitcoin-fans-fire-back-at-jamie-dimon-after-fraud-comment.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www.slidescarnival.com/" TargetMode="External"/><Relationship Id="rId4" Type="http://schemas.openxmlformats.org/officeDocument/2006/relationships/hyperlink" Target="http://unsplash.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7" name="Shape 247"/>
        <p:cNvGrpSpPr/>
        <p:nvPr/>
      </p:nvGrpSpPr>
      <p:grpSpPr>
        <a:xfrm>
          <a:off x="0" y="0"/>
          <a:ext cx="0" cy="0"/>
          <a:chOff x="0" y="0"/>
          <a:chExt cx="0" cy="0"/>
        </a:xfrm>
      </p:grpSpPr>
      <p:sp>
        <p:nvSpPr>
          <p:cNvPr id="248" name="Shape 248"/>
          <p:cNvSpPr txBox="1"/>
          <p:nvPr>
            <p:ph type="ctrTitle"/>
          </p:nvPr>
        </p:nvSpPr>
        <p:spPr>
          <a:xfrm>
            <a:off x="1661700" y="567400"/>
            <a:ext cx="5820600" cy="3884700"/>
          </a:xfrm>
          <a:prstGeom prst="rect">
            <a:avLst/>
          </a:prstGeom>
        </p:spPr>
        <p:txBody>
          <a:bodyPr anchorCtr="0" anchor="ctr" bIns="91425" lIns="91425" rIns="91425" wrap="square" tIns="91425">
            <a:noAutofit/>
          </a:bodyPr>
          <a:lstStyle/>
          <a:p>
            <a:pPr lvl="0" rtl="0">
              <a:spcBef>
                <a:spcPts val="0"/>
              </a:spcBef>
              <a:buNone/>
            </a:pPr>
            <a:r>
              <a:rPr lang="en" sz="3600"/>
              <a:t>TWITTER ANALYSIS FOR CRYPTOCURRENCY INVESTMENT</a:t>
            </a:r>
          </a:p>
          <a:p>
            <a:pPr lvl="0">
              <a:spcBef>
                <a:spcPts val="0"/>
              </a:spcBef>
              <a:buNone/>
            </a:pPr>
            <a:r>
              <a:t/>
            </a:r>
            <a:endParaRPr sz="3600"/>
          </a:p>
          <a:p>
            <a:pPr lvl="0">
              <a:spcBef>
                <a:spcPts val="0"/>
              </a:spcBef>
              <a:buNone/>
            </a:pPr>
            <a:r>
              <a:rPr lang="en" sz="2400"/>
              <a:t>DS501 - Group 1</a:t>
            </a:r>
          </a:p>
          <a:p>
            <a:pPr lvl="0">
              <a:spcBef>
                <a:spcPts val="0"/>
              </a:spcBef>
              <a:buNone/>
            </a:pPr>
            <a:r>
              <a:rPr lang="en" sz="2400"/>
              <a:t>September 21, 2017</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2" name="Shape 252"/>
        <p:cNvGrpSpPr/>
        <p:nvPr/>
      </p:nvGrpSpPr>
      <p:grpSpPr>
        <a:xfrm>
          <a:off x="0" y="0"/>
          <a:ext cx="0" cy="0"/>
          <a:chOff x="0" y="0"/>
          <a:chExt cx="0" cy="0"/>
        </a:xfrm>
      </p:grpSpPr>
      <p:sp>
        <p:nvSpPr>
          <p:cNvPr id="253" name="Shape 253"/>
          <p:cNvSpPr txBox="1"/>
          <p:nvPr>
            <p:ph idx="4294967295" type="ctrTitle"/>
          </p:nvPr>
        </p:nvSpPr>
        <p:spPr>
          <a:xfrm>
            <a:off x="638175" y="1202350"/>
            <a:ext cx="6593700" cy="1159799"/>
          </a:xfrm>
          <a:prstGeom prst="rect">
            <a:avLst/>
          </a:prstGeom>
        </p:spPr>
        <p:txBody>
          <a:bodyPr anchorCtr="0" anchor="b" bIns="91425" lIns="91425" rIns="91425" wrap="square" tIns="91425">
            <a:noAutofit/>
          </a:bodyPr>
          <a:lstStyle/>
          <a:p>
            <a:pPr lvl="0">
              <a:spcBef>
                <a:spcPts val="0"/>
              </a:spcBef>
              <a:buNone/>
            </a:pPr>
            <a:r>
              <a:rPr lang="en" sz="9600"/>
              <a:t>Hello!</a:t>
            </a:r>
          </a:p>
        </p:txBody>
      </p:sp>
      <p:sp>
        <p:nvSpPr>
          <p:cNvPr id="254" name="Shape 254"/>
          <p:cNvSpPr txBox="1"/>
          <p:nvPr>
            <p:ph idx="4294967295" type="subTitle"/>
          </p:nvPr>
        </p:nvSpPr>
        <p:spPr>
          <a:xfrm>
            <a:off x="714375" y="2401912"/>
            <a:ext cx="6593700" cy="784799"/>
          </a:xfrm>
          <a:prstGeom prst="rect">
            <a:avLst/>
          </a:prstGeom>
        </p:spPr>
        <p:txBody>
          <a:bodyPr anchorCtr="0" anchor="t" bIns="91425" lIns="91425" rIns="91425" wrap="square" tIns="91425">
            <a:noAutofit/>
          </a:bodyPr>
          <a:lstStyle/>
          <a:p>
            <a:pPr lvl="0">
              <a:spcBef>
                <a:spcPts val="0"/>
              </a:spcBef>
              <a:buNone/>
            </a:pPr>
            <a:r>
              <a:rPr lang="en" sz="3600"/>
              <a:t>We are Team 1.</a:t>
            </a:r>
          </a:p>
        </p:txBody>
      </p:sp>
      <p:sp>
        <p:nvSpPr>
          <p:cNvPr id="255" name="Shape 255"/>
          <p:cNvSpPr txBox="1"/>
          <p:nvPr>
            <p:ph idx="4294967295" type="body"/>
          </p:nvPr>
        </p:nvSpPr>
        <p:spPr>
          <a:xfrm>
            <a:off x="714375" y="3226400"/>
            <a:ext cx="6593700" cy="1159799"/>
          </a:xfrm>
          <a:prstGeom prst="rect">
            <a:avLst/>
          </a:prstGeom>
        </p:spPr>
        <p:txBody>
          <a:bodyPr anchorCtr="0" anchor="t" bIns="91425" lIns="91425" rIns="91425" wrap="square" tIns="91425">
            <a:noAutofit/>
          </a:bodyPr>
          <a:lstStyle/>
          <a:p>
            <a:pPr lvl="0">
              <a:spcBef>
                <a:spcPts val="0"/>
              </a:spcBef>
              <a:buNone/>
            </a:pPr>
            <a:r>
              <a:rPr lang="en" sz="1800"/>
              <a:t>Claire Danaher	Jonathan Friedman	Janvi Kothari		</a:t>
            </a:r>
          </a:p>
          <a:p>
            <a:pPr lvl="0">
              <a:spcBef>
                <a:spcPts val="0"/>
              </a:spcBef>
              <a:buNone/>
            </a:pPr>
            <a:r>
              <a:rPr lang="en" sz="1800"/>
              <a:t>Renee Sweeney	Erin Teeple</a:t>
            </a:r>
            <a:r>
              <a:rPr lang="en" sz="1800"/>
              <a:t> </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9" name="Shape 259"/>
        <p:cNvGrpSpPr/>
        <p:nvPr/>
      </p:nvGrpSpPr>
      <p:grpSpPr>
        <a:xfrm>
          <a:off x="0" y="0"/>
          <a:ext cx="0" cy="0"/>
          <a:chOff x="0" y="0"/>
          <a:chExt cx="0" cy="0"/>
        </a:xfrm>
      </p:grpSpPr>
      <p:sp>
        <p:nvSpPr>
          <p:cNvPr id="260" name="Shape 260"/>
          <p:cNvSpPr txBox="1"/>
          <p:nvPr>
            <p:ph type="ctrTitle"/>
          </p:nvPr>
        </p:nvSpPr>
        <p:spPr>
          <a:xfrm>
            <a:off x="245500" y="254650"/>
            <a:ext cx="6389100" cy="1159800"/>
          </a:xfrm>
          <a:prstGeom prst="rect">
            <a:avLst/>
          </a:prstGeom>
        </p:spPr>
        <p:txBody>
          <a:bodyPr anchorCtr="0" anchor="b" bIns="91425" lIns="91425" rIns="91425" wrap="square" tIns="91425">
            <a:noAutofit/>
          </a:bodyPr>
          <a:lstStyle/>
          <a:p>
            <a:pPr lvl="0" rtl="0">
              <a:spcBef>
                <a:spcPts val="0"/>
              </a:spcBef>
              <a:buNone/>
            </a:pPr>
            <a:r>
              <a:rPr lang="en"/>
              <a:t>Case Study #1</a:t>
            </a:r>
          </a:p>
        </p:txBody>
      </p:sp>
      <p:sp>
        <p:nvSpPr>
          <p:cNvPr id="261" name="Shape 261"/>
          <p:cNvSpPr txBox="1"/>
          <p:nvPr>
            <p:ph idx="1" type="subTitle"/>
          </p:nvPr>
        </p:nvSpPr>
        <p:spPr>
          <a:xfrm>
            <a:off x="245500" y="1591450"/>
            <a:ext cx="5968800" cy="784800"/>
          </a:xfrm>
          <a:prstGeom prst="rect">
            <a:avLst/>
          </a:prstGeom>
        </p:spPr>
        <p:txBody>
          <a:bodyPr anchorCtr="0" anchor="t" bIns="91425" lIns="91425" rIns="91425" wrap="square" tIns="91425">
            <a:noAutofit/>
          </a:bodyPr>
          <a:lstStyle/>
          <a:p>
            <a:pPr lvl="0" rtl="0">
              <a:spcBef>
                <a:spcPts val="0"/>
              </a:spcBef>
              <a:buNone/>
            </a:pPr>
            <a:r>
              <a:rPr lang="en">
                <a:solidFill>
                  <a:schemeClr val="lt1"/>
                </a:solidFill>
              </a:rPr>
              <a:t>OVERALL GOAL:</a:t>
            </a:r>
            <a:r>
              <a:rPr lang="en"/>
              <a:t> Learn to extract and use twitter data for the purposes solving a business problem</a:t>
            </a:r>
          </a:p>
        </p:txBody>
      </p:sp>
      <p:sp>
        <p:nvSpPr>
          <p:cNvPr id="262" name="Shape 262"/>
          <p:cNvSpPr txBox="1"/>
          <p:nvPr>
            <p:ph idx="1" type="subTitle"/>
          </p:nvPr>
        </p:nvSpPr>
        <p:spPr>
          <a:xfrm>
            <a:off x="245500" y="2494350"/>
            <a:ext cx="5968800" cy="1231800"/>
          </a:xfrm>
          <a:prstGeom prst="rect">
            <a:avLst/>
          </a:prstGeom>
        </p:spPr>
        <p:txBody>
          <a:bodyPr anchorCtr="0" anchor="t" bIns="91425" lIns="91425" rIns="91425" wrap="square" tIns="91425">
            <a:noAutofit/>
          </a:bodyPr>
          <a:lstStyle/>
          <a:p>
            <a:pPr lvl="0" rtl="0">
              <a:spcBef>
                <a:spcPts val="0"/>
              </a:spcBef>
              <a:buNone/>
            </a:pPr>
            <a:r>
              <a:rPr lang="en">
                <a:solidFill>
                  <a:schemeClr val="lt1"/>
                </a:solidFill>
              </a:rPr>
              <a:t>OUR APPROACH: </a:t>
            </a:r>
            <a:r>
              <a:rPr lang="en"/>
              <a:t>Use twitter data to analyze user sentiment related to </a:t>
            </a:r>
            <a:r>
              <a:rPr lang="en"/>
              <a:t>cryptocurrencies</a:t>
            </a:r>
            <a:r>
              <a:rPr lang="en"/>
              <a:t> for the purposes of better understanding the market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6" name="Shape 266"/>
        <p:cNvGrpSpPr/>
        <p:nvPr/>
      </p:nvGrpSpPr>
      <p:grpSpPr>
        <a:xfrm>
          <a:off x="0" y="0"/>
          <a:ext cx="0" cy="0"/>
          <a:chOff x="0" y="0"/>
          <a:chExt cx="0" cy="0"/>
        </a:xfrm>
      </p:grpSpPr>
      <p:sp>
        <p:nvSpPr>
          <p:cNvPr id="267" name="Shape 267"/>
          <p:cNvSpPr txBox="1"/>
          <p:nvPr>
            <p:ph type="title"/>
          </p:nvPr>
        </p:nvSpPr>
        <p:spPr>
          <a:xfrm>
            <a:off x="747800" y="1241200"/>
            <a:ext cx="5169000" cy="323400"/>
          </a:xfrm>
          <a:prstGeom prst="rect">
            <a:avLst/>
          </a:prstGeom>
        </p:spPr>
        <p:txBody>
          <a:bodyPr anchorCtr="0" anchor="b" bIns="91425" lIns="91425" rIns="91425" wrap="square" tIns="91425">
            <a:noAutofit/>
          </a:bodyPr>
          <a:lstStyle/>
          <a:p>
            <a:pPr lvl="0" rtl="0">
              <a:spcBef>
                <a:spcPts val="0"/>
              </a:spcBef>
              <a:buNone/>
            </a:pPr>
            <a:r>
              <a:rPr lang="en"/>
              <a:t>DEFINITION: CRYPTOCURRENCY</a:t>
            </a:r>
          </a:p>
          <a:p>
            <a:pPr lvl="0" rtl="0">
              <a:spcBef>
                <a:spcPts val="0"/>
              </a:spcBef>
              <a:buNone/>
            </a:pPr>
            <a:r>
              <a:t/>
            </a:r>
            <a:endParaRPr/>
          </a:p>
        </p:txBody>
      </p:sp>
      <p:sp>
        <p:nvSpPr>
          <p:cNvPr id="268" name="Shape 268"/>
          <p:cNvSpPr txBox="1"/>
          <p:nvPr>
            <p:ph idx="1" type="body"/>
          </p:nvPr>
        </p:nvSpPr>
        <p:spPr>
          <a:xfrm>
            <a:off x="747805" y="1513598"/>
            <a:ext cx="5169000" cy="3031199"/>
          </a:xfrm>
          <a:prstGeom prst="rect">
            <a:avLst/>
          </a:prstGeom>
        </p:spPr>
        <p:txBody>
          <a:bodyPr anchorCtr="0" anchor="t" bIns="91425" lIns="91425" rIns="91425" wrap="square" tIns="91425">
            <a:noAutofit/>
          </a:bodyPr>
          <a:lstStyle/>
          <a:p>
            <a:pPr lvl="0">
              <a:spcBef>
                <a:spcPts val="0"/>
              </a:spcBef>
              <a:buNone/>
            </a:pPr>
            <a:r>
              <a:rPr lang="en" sz="1800"/>
              <a:t>“A cryptocurrency is a digital asset designed to work as a medium of exchange using cryptography to secure the transactions and to control the creation of additional units of the currency. Cryptocurrencies are classified as a subset of digital currencies and are also classified as a subset of alternative currencies and virtual currencies.”</a:t>
            </a:r>
          </a:p>
          <a:p>
            <a:pPr lvl="0">
              <a:spcBef>
                <a:spcPts val="0"/>
              </a:spcBef>
              <a:buNone/>
            </a:pPr>
            <a:r>
              <a:rPr lang="en" sz="1800" u="sng">
                <a:solidFill>
                  <a:schemeClr val="hlink"/>
                </a:solidFill>
                <a:hlinkClick r:id="rId3"/>
              </a:rPr>
              <a:t>Source: Wikipedia</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2" name="Shape 272"/>
        <p:cNvGrpSpPr/>
        <p:nvPr/>
      </p:nvGrpSpPr>
      <p:grpSpPr>
        <a:xfrm>
          <a:off x="0" y="0"/>
          <a:ext cx="0" cy="0"/>
          <a:chOff x="0" y="0"/>
          <a:chExt cx="0" cy="0"/>
        </a:xfrm>
      </p:grpSpPr>
      <p:sp>
        <p:nvSpPr>
          <p:cNvPr id="273" name="Shape 273"/>
          <p:cNvSpPr txBox="1"/>
          <p:nvPr>
            <p:ph type="title"/>
          </p:nvPr>
        </p:nvSpPr>
        <p:spPr>
          <a:xfrm>
            <a:off x="787830" y="570775"/>
            <a:ext cx="5169000" cy="697500"/>
          </a:xfrm>
          <a:prstGeom prst="rect">
            <a:avLst/>
          </a:prstGeom>
        </p:spPr>
        <p:txBody>
          <a:bodyPr anchorCtr="0" anchor="b" bIns="91425" lIns="91425" rIns="91425" wrap="square" tIns="91425">
            <a:noAutofit/>
          </a:bodyPr>
          <a:lstStyle/>
          <a:p>
            <a:pPr lvl="0" rtl="0">
              <a:spcBef>
                <a:spcPts val="0"/>
              </a:spcBef>
              <a:buNone/>
            </a:pPr>
            <a:r>
              <a:rPr lang="en"/>
              <a:t>WHY IS IT INTERESTING?</a:t>
            </a:r>
          </a:p>
        </p:txBody>
      </p:sp>
      <p:sp>
        <p:nvSpPr>
          <p:cNvPr id="274" name="Shape 274"/>
          <p:cNvSpPr txBox="1"/>
          <p:nvPr>
            <p:ph idx="1" type="body"/>
          </p:nvPr>
        </p:nvSpPr>
        <p:spPr>
          <a:xfrm>
            <a:off x="717774" y="1478400"/>
            <a:ext cx="6016800" cy="3031200"/>
          </a:xfrm>
          <a:prstGeom prst="rect">
            <a:avLst/>
          </a:prstGeom>
        </p:spPr>
        <p:txBody>
          <a:bodyPr anchorCtr="0" anchor="t" bIns="91425" lIns="91425" rIns="91425" wrap="square" tIns="91425">
            <a:noAutofit/>
          </a:bodyPr>
          <a:lstStyle/>
          <a:p>
            <a:pPr lvl="0">
              <a:spcBef>
                <a:spcPts val="0"/>
              </a:spcBef>
              <a:buNone/>
            </a:pPr>
            <a:r>
              <a:rPr lang="en"/>
              <a:t>Lack of regulation- transfers are not monitored by a central authority</a:t>
            </a:r>
          </a:p>
          <a:p>
            <a:pPr lvl="0">
              <a:spcBef>
                <a:spcPts val="0"/>
              </a:spcBef>
              <a:buNone/>
            </a:pPr>
            <a:r>
              <a:t/>
            </a:r>
            <a:endParaRPr/>
          </a:p>
          <a:p>
            <a:pPr lvl="0">
              <a:spcBef>
                <a:spcPts val="0"/>
              </a:spcBef>
              <a:buNone/>
            </a:pPr>
            <a:r>
              <a:rPr lang="en"/>
              <a:t>Profit-values fluctuate relative to other </a:t>
            </a:r>
            <a:r>
              <a:rPr lang="en"/>
              <a:t>currency</a:t>
            </a:r>
            <a:r>
              <a:rPr lang="en"/>
              <a:t> forms creating a market for trade </a:t>
            </a:r>
          </a:p>
          <a:p>
            <a:pPr lvl="0">
              <a:spcBef>
                <a:spcPts val="0"/>
              </a:spcBef>
              <a:buNone/>
            </a:pPr>
            <a:r>
              <a:t/>
            </a:r>
            <a:endParaRPr/>
          </a:p>
          <a:p>
            <a:pPr lvl="0">
              <a:spcBef>
                <a:spcPts val="0"/>
              </a:spcBef>
              <a:buNone/>
            </a:pPr>
            <a:r>
              <a:rPr lang="en"/>
              <a:t> </a:t>
            </a:r>
          </a:p>
          <a:p>
            <a:pPr lvl="0">
              <a:spcBef>
                <a:spcPts val="0"/>
              </a:spcBef>
              <a:buNone/>
            </a:pPr>
            <a:r>
              <a:t/>
            </a:r>
            <a:endParaRPr/>
          </a:p>
          <a:p>
            <a:pPr lvl="0" rtl="0">
              <a:spcBef>
                <a:spcPts val="0"/>
              </a:spcBef>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8" name="Shape 278"/>
        <p:cNvGrpSpPr/>
        <p:nvPr/>
      </p:nvGrpSpPr>
      <p:grpSpPr>
        <a:xfrm>
          <a:off x="0" y="0"/>
          <a:ext cx="0" cy="0"/>
          <a:chOff x="0" y="0"/>
          <a:chExt cx="0" cy="0"/>
        </a:xfrm>
      </p:grpSpPr>
      <p:sp>
        <p:nvSpPr>
          <p:cNvPr id="279" name="Shape 279"/>
          <p:cNvSpPr txBox="1"/>
          <p:nvPr>
            <p:ph type="ctrTitle"/>
          </p:nvPr>
        </p:nvSpPr>
        <p:spPr>
          <a:xfrm>
            <a:off x="615775" y="394800"/>
            <a:ext cx="6068700" cy="1159800"/>
          </a:xfrm>
          <a:prstGeom prst="rect">
            <a:avLst/>
          </a:prstGeom>
        </p:spPr>
        <p:txBody>
          <a:bodyPr anchorCtr="0" anchor="b" bIns="91425" lIns="91425" rIns="91425" wrap="square" tIns="91425">
            <a:noAutofit/>
          </a:bodyPr>
          <a:lstStyle/>
          <a:p>
            <a:pPr lvl="0" algn="ctr">
              <a:spcBef>
                <a:spcPts val="0"/>
              </a:spcBef>
              <a:buNone/>
            </a:pPr>
            <a:r>
              <a:rPr lang="en">
                <a:solidFill>
                  <a:srgbClr val="6AA84F"/>
                </a:solidFill>
              </a:rPr>
              <a:t>WHERE</a:t>
            </a:r>
            <a:r>
              <a:rPr lang="en">
                <a:solidFill>
                  <a:srgbClr val="6AA84F"/>
                </a:solidFill>
              </a:rPr>
              <a:t> THERE IS PROFIT THERE IS BUSINESS</a:t>
            </a:r>
          </a:p>
        </p:txBody>
      </p:sp>
      <p:sp>
        <p:nvSpPr>
          <p:cNvPr id="280" name="Shape 280"/>
          <p:cNvSpPr txBox="1"/>
          <p:nvPr/>
        </p:nvSpPr>
        <p:spPr>
          <a:xfrm>
            <a:off x="2081425" y="2119125"/>
            <a:ext cx="4703400" cy="1776900"/>
          </a:xfrm>
          <a:prstGeom prst="rect">
            <a:avLst/>
          </a:prstGeom>
          <a:noFill/>
          <a:ln>
            <a:noFill/>
          </a:ln>
        </p:spPr>
        <p:txBody>
          <a:bodyPr anchorCtr="0" anchor="ctr" bIns="91425" lIns="91425" rIns="91425" wrap="square" tIns="91425">
            <a:noAutofit/>
          </a:bodyPr>
          <a:lstStyle/>
          <a:p>
            <a:pPr lvl="0" rtl="0">
              <a:spcBef>
                <a:spcPts val="0"/>
              </a:spcBef>
              <a:buNone/>
            </a:pPr>
            <a:r>
              <a:rPr b="1" lang="en" sz="3000">
                <a:solidFill>
                  <a:srgbClr val="EFEFEF"/>
                </a:solidFill>
                <a:latin typeface="Montserrat"/>
                <a:ea typeface="Montserrat"/>
                <a:cs typeface="Montserrat"/>
                <a:sym typeface="Montserrat"/>
              </a:rPr>
              <a:t>CAN TWITTER SENTIMENT BE USED TO TRACK THE CRYPTOCURRENCY MARKET?</a:t>
            </a:r>
          </a:p>
        </p:txBody>
      </p:sp>
      <p:pic>
        <p:nvPicPr>
          <p:cNvPr id="281" name="Shape 281"/>
          <p:cNvPicPr preferRelativeResize="0"/>
          <p:nvPr/>
        </p:nvPicPr>
        <p:blipFill>
          <a:blip r:embed="rId3">
            <a:alphaModFix/>
          </a:blip>
          <a:stretch>
            <a:fillRect/>
          </a:stretch>
        </p:blipFill>
        <p:spPr>
          <a:xfrm>
            <a:off x="345750" y="2186525"/>
            <a:ext cx="1642100" cy="1642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5" name="Shape 285"/>
        <p:cNvGrpSpPr/>
        <p:nvPr/>
      </p:nvGrpSpPr>
      <p:grpSpPr>
        <a:xfrm>
          <a:off x="0" y="0"/>
          <a:ext cx="0" cy="0"/>
          <a:chOff x="0" y="0"/>
          <a:chExt cx="0" cy="0"/>
        </a:xfrm>
      </p:grpSpPr>
      <p:sp>
        <p:nvSpPr>
          <p:cNvPr id="286" name="Shape 286"/>
          <p:cNvSpPr txBox="1"/>
          <p:nvPr>
            <p:ph type="title"/>
          </p:nvPr>
        </p:nvSpPr>
        <p:spPr>
          <a:xfrm>
            <a:off x="735875" y="780900"/>
            <a:ext cx="5917200" cy="697500"/>
          </a:xfrm>
          <a:prstGeom prst="rect">
            <a:avLst/>
          </a:prstGeom>
        </p:spPr>
        <p:txBody>
          <a:bodyPr anchorCtr="0" anchor="b" bIns="91425" lIns="91425" rIns="91425" wrap="square" tIns="91425">
            <a:noAutofit/>
          </a:bodyPr>
          <a:lstStyle/>
          <a:p>
            <a:pPr lvl="0">
              <a:spcBef>
                <a:spcPts val="0"/>
              </a:spcBef>
              <a:buNone/>
            </a:pPr>
            <a:r>
              <a:rPr lang="en"/>
              <a:t>DATA COLLECTION </a:t>
            </a:r>
          </a:p>
        </p:txBody>
      </p:sp>
      <p:sp>
        <p:nvSpPr>
          <p:cNvPr id="287" name="Shape 287"/>
          <p:cNvSpPr txBox="1"/>
          <p:nvPr>
            <p:ph idx="1" type="body"/>
          </p:nvPr>
        </p:nvSpPr>
        <p:spPr>
          <a:xfrm>
            <a:off x="735875" y="1478400"/>
            <a:ext cx="3306900" cy="2057400"/>
          </a:xfrm>
          <a:prstGeom prst="rect">
            <a:avLst/>
          </a:prstGeom>
          <a:ln cap="flat" cmpd="sng" w="9525">
            <a:solidFill>
              <a:schemeClr val="lt1"/>
            </a:solidFill>
            <a:prstDash val="solid"/>
            <a:round/>
            <a:headEnd len="med" w="med" type="none"/>
            <a:tailEnd len="med" w="med" type="none"/>
          </a:ln>
        </p:spPr>
        <p:txBody>
          <a:bodyPr anchorCtr="0" anchor="t" bIns="91425" lIns="91425" rIns="91425" wrap="square" tIns="91425">
            <a:noAutofit/>
          </a:bodyPr>
          <a:lstStyle/>
          <a:p>
            <a:pPr lvl="0" rtl="0" algn="ctr">
              <a:spcBef>
                <a:spcPts val="0"/>
              </a:spcBef>
              <a:buNone/>
            </a:pPr>
            <a:r>
              <a:rPr lang="en"/>
              <a:t>TIME METHODS</a:t>
            </a:r>
          </a:p>
          <a:p>
            <a:pPr indent="-228600" lvl="0" marL="457200" rtl="0">
              <a:spcBef>
                <a:spcPts val="0"/>
              </a:spcBef>
            </a:pPr>
            <a:r>
              <a:rPr lang="en"/>
              <a:t>Duration of 5 days</a:t>
            </a:r>
          </a:p>
          <a:p>
            <a:pPr indent="-228600" lvl="0" marL="457200" rtl="0">
              <a:spcBef>
                <a:spcPts val="0"/>
              </a:spcBef>
            </a:pPr>
            <a:r>
              <a:rPr lang="en"/>
              <a:t>Weekdays and Weekends</a:t>
            </a:r>
          </a:p>
          <a:p>
            <a:pPr indent="-228600" lvl="0" marL="457200">
              <a:spcBef>
                <a:spcPts val="0"/>
              </a:spcBef>
            </a:pPr>
            <a:r>
              <a:rPr lang="en"/>
              <a:t>Mornings, Midday and Evenings</a:t>
            </a:r>
          </a:p>
        </p:txBody>
      </p:sp>
      <p:sp>
        <p:nvSpPr>
          <p:cNvPr id="288" name="Shape 288"/>
          <p:cNvSpPr txBox="1"/>
          <p:nvPr>
            <p:ph idx="2" type="body"/>
          </p:nvPr>
        </p:nvSpPr>
        <p:spPr>
          <a:xfrm>
            <a:off x="4262925" y="1478400"/>
            <a:ext cx="1968600" cy="2107500"/>
          </a:xfrm>
          <a:prstGeom prst="rect">
            <a:avLst/>
          </a:prstGeom>
          <a:ln cap="flat" cmpd="sng" w="9525">
            <a:solidFill>
              <a:schemeClr val="lt1"/>
            </a:solidFill>
            <a:prstDash val="solid"/>
            <a:round/>
            <a:headEnd len="med" w="med" type="none"/>
            <a:tailEnd len="med" w="med" type="none"/>
          </a:ln>
        </p:spPr>
        <p:txBody>
          <a:bodyPr anchorCtr="0" anchor="t" bIns="91425" lIns="91425" rIns="91425" wrap="square" tIns="91425">
            <a:noAutofit/>
          </a:bodyPr>
          <a:lstStyle/>
          <a:p>
            <a:pPr lvl="0" algn="ctr">
              <a:spcBef>
                <a:spcPts val="0"/>
              </a:spcBef>
              <a:buNone/>
            </a:pPr>
            <a:r>
              <a:rPr lang="en"/>
              <a:t>SEARCH TERMS</a:t>
            </a:r>
          </a:p>
          <a:p>
            <a:pPr indent="-228600" lvl="0" marL="457200" rtl="0">
              <a:spcBef>
                <a:spcPts val="0"/>
              </a:spcBef>
            </a:pPr>
            <a:r>
              <a:rPr lang="en"/>
              <a:t>Bitcoin</a:t>
            </a:r>
          </a:p>
          <a:p>
            <a:pPr indent="-228600" lvl="0" marL="457200" rtl="0">
              <a:spcBef>
                <a:spcPts val="0"/>
              </a:spcBef>
            </a:pPr>
            <a:r>
              <a:rPr lang="en"/>
              <a:t>XRP</a:t>
            </a:r>
          </a:p>
          <a:p>
            <a:pPr indent="-228600" lvl="0" marL="457200" rtl="0">
              <a:spcBef>
                <a:spcPts val="0"/>
              </a:spcBef>
            </a:pPr>
            <a:r>
              <a:rPr lang="en"/>
              <a:t>Etherium</a:t>
            </a:r>
          </a:p>
          <a:p>
            <a:pPr indent="-228600" lvl="0" marL="457200" rtl="0">
              <a:spcBef>
                <a:spcPts val="0"/>
              </a:spcBef>
            </a:pPr>
            <a:r>
              <a:rPr lang="en"/>
              <a:t>Litecoin</a:t>
            </a:r>
          </a:p>
          <a:p>
            <a:pPr indent="-228600" lvl="0" marL="457200">
              <a:spcBef>
                <a:spcPts val="0"/>
              </a:spcBef>
            </a:pPr>
            <a:r>
              <a:rPr lang="en"/>
              <a:t>Namecoin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2" name="Shape 292"/>
        <p:cNvGrpSpPr/>
        <p:nvPr/>
      </p:nvGrpSpPr>
      <p:grpSpPr>
        <a:xfrm>
          <a:off x="0" y="0"/>
          <a:ext cx="0" cy="0"/>
          <a:chOff x="0" y="0"/>
          <a:chExt cx="0" cy="0"/>
        </a:xfrm>
      </p:grpSpPr>
      <p:sp>
        <p:nvSpPr>
          <p:cNvPr id="293" name="Shape 293"/>
          <p:cNvSpPr txBox="1"/>
          <p:nvPr>
            <p:ph type="title"/>
          </p:nvPr>
        </p:nvSpPr>
        <p:spPr>
          <a:xfrm>
            <a:off x="266325" y="301050"/>
            <a:ext cx="5917200" cy="697500"/>
          </a:xfrm>
          <a:prstGeom prst="rect">
            <a:avLst/>
          </a:prstGeom>
        </p:spPr>
        <p:txBody>
          <a:bodyPr anchorCtr="0" anchor="b" bIns="91425" lIns="91425" rIns="91425" wrap="square" tIns="91425">
            <a:noAutofit/>
          </a:bodyPr>
          <a:lstStyle/>
          <a:p>
            <a:pPr lvl="0" rtl="0">
              <a:spcBef>
                <a:spcPts val="0"/>
              </a:spcBef>
              <a:buNone/>
            </a:pPr>
            <a:r>
              <a:rPr lang="en" sz="2200"/>
              <a:t>Top Words &amp; Hashtags</a:t>
            </a:r>
          </a:p>
        </p:txBody>
      </p:sp>
      <p:sp>
        <p:nvSpPr>
          <p:cNvPr id="294" name="Shape 294"/>
          <p:cNvSpPr txBox="1"/>
          <p:nvPr>
            <p:ph idx="2" type="body"/>
          </p:nvPr>
        </p:nvSpPr>
        <p:spPr>
          <a:xfrm>
            <a:off x="2597934" y="1478400"/>
            <a:ext cx="1771499" cy="3447299"/>
          </a:xfrm>
          <a:prstGeom prst="rect">
            <a:avLst/>
          </a:prstGeom>
        </p:spPr>
        <p:txBody>
          <a:bodyPr anchorCtr="0" anchor="t" bIns="91425" lIns="91425" rIns="91425" wrap="square" tIns="91425">
            <a:noAutofit/>
          </a:bodyPr>
          <a:lstStyle/>
          <a:p>
            <a:pPr lvl="0" rtl="0">
              <a:spcBef>
                <a:spcPts val="0"/>
              </a:spcBef>
              <a:buNone/>
            </a:pPr>
            <a:r>
              <a:t/>
            </a:r>
            <a:endParaRPr b="1"/>
          </a:p>
          <a:p>
            <a:pPr lvl="0">
              <a:spcBef>
                <a:spcPts val="0"/>
              </a:spcBef>
              <a:buNone/>
            </a:pPr>
            <a:r>
              <a:t/>
            </a:r>
            <a:endParaRPr/>
          </a:p>
        </p:txBody>
      </p:sp>
      <p:pic>
        <p:nvPicPr>
          <p:cNvPr id="295" name="Shape 295"/>
          <p:cNvPicPr preferRelativeResize="0"/>
          <p:nvPr/>
        </p:nvPicPr>
        <p:blipFill>
          <a:blip r:embed="rId3">
            <a:alphaModFix/>
          </a:blip>
          <a:stretch>
            <a:fillRect/>
          </a:stretch>
        </p:blipFill>
        <p:spPr>
          <a:xfrm>
            <a:off x="4553475" y="238500"/>
            <a:ext cx="1771499" cy="4818875"/>
          </a:xfrm>
          <a:prstGeom prst="rect">
            <a:avLst/>
          </a:prstGeom>
          <a:noFill/>
          <a:ln>
            <a:noFill/>
          </a:ln>
        </p:spPr>
      </p:pic>
      <p:pic>
        <p:nvPicPr>
          <p:cNvPr id="296" name="Shape 296"/>
          <p:cNvPicPr preferRelativeResize="0"/>
          <p:nvPr/>
        </p:nvPicPr>
        <p:blipFill>
          <a:blip r:embed="rId4">
            <a:alphaModFix/>
          </a:blip>
          <a:stretch>
            <a:fillRect/>
          </a:stretch>
        </p:blipFill>
        <p:spPr>
          <a:xfrm>
            <a:off x="1562900" y="998550"/>
            <a:ext cx="2371725" cy="4048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0" name="Shape 300"/>
        <p:cNvGrpSpPr/>
        <p:nvPr/>
      </p:nvGrpSpPr>
      <p:grpSpPr>
        <a:xfrm>
          <a:off x="0" y="0"/>
          <a:ext cx="0" cy="0"/>
          <a:chOff x="0" y="0"/>
          <a:chExt cx="0" cy="0"/>
        </a:xfrm>
      </p:grpSpPr>
      <p:sp>
        <p:nvSpPr>
          <p:cNvPr id="301" name="Shape 301"/>
          <p:cNvSpPr txBox="1"/>
          <p:nvPr>
            <p:ph idx="4294967295" type="title"/>
          </p:nvPr>
        </p:nvSpPr>
        <p:spPr>
          <a:xfrm>
            <a:off x="72150" y="80925"/>
            <a:ext cx="9072000" cy="697500"/>
          </a:xfrm>
          <a:prstGeom prst="rect">
            <a:avLst/>
          </a:prstGeom>
        </p:spPr>
        <p:txBody>
          <a:bodyPr anchorCtr="0" anchor="b" bIns="91425" lIns="91425" rIns="91425" wrap="square" tIns="91425">
            <a:noAutofit/>
          </a:bodyPr>
          <a:lstStyle/>
          <a:p>
            <a:pPr lvl="0" rtl="0" algn="ctr">
              <a:spcBef>
                <a:spcPts val="0"/>
              </a:spcBef>
              <a:buNone/>
            </a:pPr>
            <a:r>
              <a:rPr lang="en" sz="2200"/>
              <a:t>TOP TWEETS</a:t>
            </a:r>
          </a:p>
        </p:txBody>
      </p:sp>
      <p:sp>
        <p:nvSpPr>
          <p:cNvPr id="302" name="Shape 302"/>
          <p:cNvSpPr txBox="1"/>
          <p:nvPr>
            <p:ph idx="4294967295" type="body"/>
          </p:nvPr>
        </p:nvSpPr>
        <p:spPr>
          <a:xfrm>
            <a:off x="2597934" y="1478400"/>
            <a:ext cx="1771500" cy="3447300"/>
          </a:xfrm>
          <a:prstGeom prst="rect">
            <a:avLst/>
          </a:prstGeom>
        </p:spPr>
        <p:txBody>
          <a:bodyPr anchorCtr="0" anchor="t" bIns="91425" lIns="91425" rIns="91425" wrap="square" tIns="91425">
            <a:noAutofit/>
          </a:bodyPr>
          <a:lstStyle/>
          <a:p>
            <a:pPr lvl="0" rtl="0">
              <a:spcBef>
                <a:spcPts val="0"/>
              </a:spcBef>
              <a:buNone/>
            </a:pPr>
            <a:r>
              <a:t/>
            </a:r>
            <a:endParaRPr b="1"/>
          </a:p>
          <a:p>
            <a:pPr lvl="0" rtl="0">
              <a:spcBef>
                <a:spcPts val="0"/>
              </a:spcBef>
              <a:buNone/>
            </a:pPr>
            <a:r>
              <a:t/>
            </a:r>
            <a:endParaRPr/>
          </a:p>
        </p:txBody>
      </p:sp>
      <p:pic>
        <p:nvPicPr>
          <p:cNvPr id="303" name="Shape 303"/>
          <p:cNvPicPr preferRelativeResize="0"/>
          <p:nvPr/>
        </p:nvPicPr>
        <p:blipFill>
          <a:blip r:embed="rId3">
            <a:alphaModFix/>
          </a:blip>
          <a:stretch>
            <a:fillRect/>
          </a:stretch>
        </p:blipFill>
        <p:spPr>
          <a:xfrm>
            <a:off x="430212" y="927350"/>
            <a:ext cx="8283575" cy="36992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7" name="Shape 307"/>
        <p:cNvGrpSpPr/>
        <p:nvPr/>
      </p:nvGrpSpPr>
      <p:grpSpPr>
        <a:xfrm>
          <a:off x="0" y="0"/>
          <a:ext cx="0" cy="0"/>
          <a:chOff x="0" y="0"/>
          <a:chExt cx="0" cy="0"/>
        </a:xfrm>
      </p:grpSpPr>
      <p:sp>
        <p:nvSpPr>
          <p:cNvPr id="308" name="Shape 308"/>
          <p:cNvSpPr txBox="1"/>
          <p:nvPr>
            <p:ph type="title"/>
          </p:nvPr>
        </p:nvSpPr>
        <p:spPr>
          <a:xfrm>
            <a:off x="735875" y="57375"/>
            <a:ext cx="5917200" cy="697500"/>
          </a:xfrm>
          <a:prstGeom prst="rect">
            <a:avLst/>
          </a:prstGeom>
        </p:spPr>
        <p:txBody>
          <a:bodyPr anchorCtr="0" anchor="b" bIns="91425" lIns="91425" rIns="91425" wrap="square" tIns="91425">
            <a:noAutofit/>
          </a:bodyPr>
          <a:lstStyle/>
          <a:p>
            <a:pPr lvl="0">
              <a:spcBef>
                <a:spcPts val="0"/>
              </a:spcBef>
              <a:buNone/>
            </a:pPr>
            <a:r>
              <a:rPr lang="en"/>
              <a:t>Popular User: @cryptocointalk</a:t>
            </a:r>
          </a:p>
        </p:txBody>
      </p:sp>
      <p:sp>
        <p:nvSpPr>
          <p:cNvPr id="309" name="Shape 309"/>
          <p:cNvSpPr txBox="1"/>
          <p:nvPr>
            <p:ph idx="1" type="body"/>
          </p:nvPr>
        </p:nvSpPr>
        <p:spPr>
          <a:xfrm>
            <a:off x="735875" y="754875"/>
            <a:ext cx="1771500" cy="3447300"/>
          </a:xfrm>
          <a:prstGeom prst="rect">
            <a:avLst/>
          </a:prstGeom>
        </p:spPr>
        <p:txBody>
          <a:bodyPr anchorCtr="0" anchor="t" bIns="91425" lIns="91425" rIns="91425" wrap="square" tIns="91425">
            <a:noAutofit/>
          </a:bodyPr>
          <a:lstStyle/>
          <a:p>
            <a:pPr lvl="0">
              <a:spcBef>
                <a:spcPts val="0"/>
              </a:spcBef>
              <a:buNone/>
            </a:pPr>
            <a:r>
              <a:rPr lang="en"/>
              <a:t>Followers count : </a:t>
            </a:r>
            <a:r>
              <a:rPr lang="en" sz="1500"/>
              <a:t>29,344</a:t>
            </a:r>
          </a:p>
          <a:p>
            <a:pPr lvl="0">
              <a:spcBef>
                <a:spcPts val="0"/>
              </a:spcBef>
              <a:buNone/>
            </a:pPr>
            <a:r>
              <a:t/>
            </a:r>
            <a:endParaRPr/>
          </a:p>
          <a:p>
            <a:pPr lvl="0">
              <a:spcBef>
                <a:spcPts val="0"/>
              </a:spcBef>
              <a:buNone/>
            </a:pPr>
            <a:r>
              <a:t/>
            </a:r>
            <a:endParaRPr/>
          </a:p>
        </p:txBody>
      </p:sp>
      <p:sp>
        <p:nvSpPr>
          <p:cNvPr id="310" name="Shape 310"/>
          <p:cNvSpPr txBox="1"/>
          <p:nvPr>
            <p:ph idx="2" type="body"/>
          </p:nvPr>
        </p:nvSpPr>
        <p:spPr>
          <a:xfrm>
            <a:off x="2597934" y="1173600"/>
            <a:ext cx="1771500" cy="3447300"/>
          </a:xfrm>
          <a:prstGeom prst="rect">
            <a:avLst/>
          </a:prstGeom>
        </p:spPr>
        <p:txBody>
          <a:bodyPr anchorCtr="0" anchor="t" bIns="91425" lIns="91425" rIns="91425" wrap="square" tIns="91425">
            <a:noAutofit/>
          </a:bodyPr>
          <a:lstStyle/>
          <a:p>
            <a:pPr lvl="0">
              <a:spcBef>
                <a:spcPts val="0"/>
              </a:spcBef>
              <a:buNone/>
            </a:pPr>
            <a:r>
              <a:rPr lang="en"/>
              <a:t>Friends count : </a:t>
            </a:r>
          </a:p>
          <a:p>
            <a:pPr lvl="0">
              <a:spcBef>
                <a:spcPts val="0"/>
              </a:spcBef>
              <a:buNone/>
            </a:pPr>
            <a:r>
              <a:rPr lang="en" sz="1500"/>
              <a:t>998</a:t>
            </a:r>
          </a:p>
          <a:p>
            <a:pPr lvl="0">
              <a:spcBef>
                <a:spcPts val="0"/>
              </a:spcBef>
              <a:buNone/>
            </a:pPr>
            <a:r>
              <a:t/>
            </a:r>
            <a:endParaRPr/>
          </a:p>
        </p:txBody>
      </p:sp>
      <p:sp>
        <p:nvSpPr>
          <p:cNvPr id="311" name="Shape 311"/>
          <p:cNvSpPr txBox="1"/>
          <p:nvPr>
            <p:ph idx="3" type="body"/>
          </p:nvPr>
        </p:nvSpPr>
        <p:spPr>
          <a:xfrm>
            <a:off x="4459994" y="1173600"/>
            <a:ext cx="1771500" cy="3447300"/>
          </a:xfrm>
          <a:prstGeom prst="rect">
            <a:avLst/>
          </a:prstGeom>
        </p:spPr>
        <p:txBody>
          <a:bodyPr anchorCtr="0" anchor="t" bIns="91425" lIns="91425" rIns="91425" wrap="square" tIns="91425">
            <a:noAutofit/>
          </a:bodyPr>
          <a:lstStyle/>
          <a:p>
            <a:pPr lvl="0">
              <a:spcBef>
                <a:spcPts val="0"/>
              </a:spcBef>
              <a:buNone/>
            </a:pPr>
            <a:r>
              <a:rPr lang="en"/>
              <a:t>Mutual friends &amp; followers count :</a:t>
            </a:r>
          </a:p>
          <a:p>
            <a:pPr lvl="0">
              <a:spcBef>
                <a:spcPts val="0"/>
              </a:spcBef>
              <a:buNone/>
            </a:pPr>
            <a:r>
              <a:rPr lang="en" sz="1500"/>
              <a:t>995</a:t>
            </a:r>
          </a:p>
          <a:p>
            <a:pPr lvl="0">
              <a:spcBef>
                <a:spcPts val="0"/>
              </a:spcBef>
              <a:buNone/>
            </a:pPr>
            <a:r>
              <a:t/>
            </a:r>
            <a:endParaRPr/>
          </a:p>
          <a:p>
            <a:pPr lvl="0">
              <a:spcBef>
                <a:spcPts val="0"/>
              </a:spcBef>
              <a:buNone/>
            </a:pPr>
            <a:r>
              <a:t/>
            </a:r>
            <a:endParaRPr/>
          </a:p>
        </p:txBody>
      </p:sp>
      <p:pic>
        <p:nvPicPr>
          <p:cNvPr id="312" name="Shape 312"/>
          <p:cNvPicPr preferRelativeResize="0"/>
          <p:nvPr/>
        </p:nvPicPr>
        <p:blipFill>
          <a:blip r:embed="rId3">
            <a:alphaModFix/>
          </a:blip>
          <a:stretch>
            <a:fillRect/>
          </a:stretch>
        </p:blipFill>
        <p:spPr>
          <a:xfrm>
            <a:off x="185124" y="1544400"/>
            <a:ext cx="2322249" cy="3214750"/>
          </a:xfrm>
          <a:prstGeom prst="rect">
            <a:avLst/>
          </a:prstGeom>
          <a:noFill/>
          <a:ln>
            <a:noFill/>
          </a:ln>
        </p:spPr>
      </p:pic>
      <p:pic>
        <p:nvPicPr>
          <p:cNvPr id="313" name="Shape 313"/>
          <p:cNvPicPr preferRelativeResize="0"/>
          <p:nvPr/>
        </p:nvPicPr>
        <p:blipFill>
          <a:blip r:embed="rId4">
            <a:alphaModFix/>
          </a:blip>
          <a:stretch>
            <a:fillRect/>
          </a:stretch>
        </p:blipFill>
        <p:spPr>
          <a:xfrm>
            <a:off x="2567300" y="2256800"/>
            <a:ext cx="1688474" cy="2452325"/>
          </a:xfrm>
          <a:prstGeom prst="rect">
            <a:avLst/>
          </a:prstGeom>
          <a:noFill/>
          <a:ln>
            <a:noFill/>
          </a:ln>
        </p:spPr>
      </p:pic>
      <p:pic>
        <p:nvPicPr>
          <p:cNvPr id="314" name="Shape 314"/>
          <p:cNvPicPr preferRelativeResize="0"/>
          <p:nvPr/>
        </p:nvPicPr>
        <p:blipFill>
          <a:blip r:embed="rId5">
            <a:alphaModFix/>
          </a:blip>
          <a:stretch>
            <a:fillRect/>
          </a:stretch>
        </p:blipFill>
        <p:spPr>
          <a:xfrm>
            <a:off x="4459975" y="2256809"/>
            <a:ext cx="1771499" cy="24523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8" name="Shape 318"/>
        <p:cNvGrpSpPr/>
        <p:nvPr/>
      </p:nvGrpSpPr>
      <p:grpSpPr>
        <a:xfrm>
          <a:off x="0" y="0"/>
          <a:ext cx="0" cy="0"/>
          <a:chOff x="0" y="0"/>
          <a:chExt cx="0" cy="0"/>
        </a:xfrm>
      </p:grpSpPr>
      <p:sp>
        <p:nvSpPr>
          <p:cNvPr id="319" name="Shape 319"/>
          <p:cNvSpPr txBox="1"/>
          <p:nvPr>
            <p:ph type="title"/>
          </p:nvPr>
        </p:nvSpPr>
        <p:spPr>
          <a:xfrm>
            <a:off x="537650" y="530700"/>
            <a:ext cx="5936700" cy="323400"/>
          </a:xfrm>
          <a:prstGeom prst="rect">
            <a:avLst/>
          </a:prstGeom>
        </p:spPr>
        <p:txBody>
          <a:bodyPr anchorCtr="0" anchor="b" bIns="91425" lIns="91425" rIns="91425" wrap="square" tIns="91425">
            <a:noAutofit/>
          </a:bodyPr>
          <a:lstStyle/>
          <a:p>
            <a:pPr lvl="0" rtl="0">
              <a:spcBef>
                <a:spcPts val="0"/>
              </a:spcBef>
              <a:buNone/>
            </a:pPr>
            <a:r>
              <a:rPr lang="en"/>
              <a:t>SENTIMENT ANALYSIS &amp; TEXTBLOB</a:t>
            </a:r>
          </a:p>
        </p:txBody>
      </p:sp>
      <p:sp>
        <p:nvSpPr>
          <p:cNvPr id="320" name="Shape 320"/>
          <p:cNvSpPr txBox="1"/>
          <p:nvPr>
            <p:ph idx="1" type="body"/>
          </p:nvPr>
        </p:nvSpPr>
        <p:spPr>
          <a:xfrm>
            <a:off x="480350" y="704000"/>
            <a:ext cx="5776800" cy="4191000"/>
          </a:xfrm>
          <a:prstGeom prst="rect">
            <a:avLst/>
          </a:prstGeom>
        </p:spPr>
        <p:txBody>
          <a:bodyPr anchorCtr="0" anchor="t" bIns="91425" lIns="91425" rIns="91425" wrap="square" tIns="91425">
            <a:noAutofit/>
          </a:bodyPr>
          <a:lstStyle/>
          <a:p>
            <a:pPr lvl="0" rtl="0">
              <a:spcBef>
                <a:spcPts val="0"/>
              </a:spcBef>
              <a:buNone/>
            </a:pPr>
            <a:r>
              <a:t/>
            </a:r>
            <a:endParaRPr sz="1800"/>
          </a:p>
          <a:p>
            <a:pPr indent="-342900" lvl="0" marL="457200" rtl="0">
              <a:spcBef>
                <a:spcPts val="0"/>
              </a:spcBef>
              <a:buSzPct val="100000"/>
            </a:pPr>
            <a:r>
              <a:rPr lang="en" sz="1800"/>
              <a:t>TEXTBLOB- natural language processing program which scores text strings on polarity and subjectivity</a:t>
            </a:r>
          </a:p>
          <a:p>
            <a:pPr indent="-342900" lvl="1" marL="914400" rtl="0">
              <a:spcBef>
                <a:spcPts val="0"/>
              </a:spcBef>
              <a:buSzPct val="100000"/>
            </a:pPr>
            <a:r>
              <a:rPr lang="en" sz="1800"/>
              <a:t>Polarity-range from highly negative [-1] to highly positive [1]</a:t>
            </a:r>
          </a:p>
          <a:p>
            <a:pPr indent="-342900" lvl="1" marL="914400" rtl="0">
              <a:spcBef>
                <a:spcPts val="0"/>
              </a:spcBef>
              <a:buSzPct val="100000"/>
            </a:pPr>
            <a:r>
              <a:rPr lang="en" sz="1800"/>
              <a:t>Subjectivity-range from very objective [0] to highly subjective [1]</a:t>
            </a:r>
          </a:p>
          <a:p>
            <a:pPr indent="0" lvl="0" marL="457200" rtl="0">
              <a:spcBef>
                <a:spcPts val="0"/>
              </a:spcBef>
              <a:buNone/>
            </a:pPr>
            <a:r>
              <a:t/>
            </a:r>
            <a:endParaRPr sz="1800"/>
          </a:p>
          <a:p>
            <a:pPr indent="-342900" lvl="0" marL="457200" rtl="0">
              <a:spcBef>
                <a:spcPts val="0"/>
              </a:spcBef>
              <a:buSzPct val="100000"/>
            </a:pPr>
            <a:r>
              <a:rPr lang="en" sz="1800"/>
              <a:t>ANALYSIS- analyze the relationship between the the polarity scores calculated used textblob to the %change in the market</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4" name="Shape 324"/>
        <p:cNvGrpSpPr/>
        <p:nvPr/>
      </p:nvGrpSpPr>
      <p:grpSpPr>
        <a:xfrm>
          <a:off x="0" y="0"/>
          <a:ext cx="0" cy="0"/>
          <a:chOff x="0" y="0"/>
          <a:chExt cx="0" cy="0"/>
        </a:xfrm>
      </p:grpSpPr>
      <p:sp>
        <p:nvSpPr>
          <p:cNvPr id="325" name="Shape 325"/>
          <p:cNvSpPr txBox="1"/>
          <p:nvPr/>
        </p:nvSpPr>
        <p:spPr>
          <a:xfrm>
            <a:off x="327275" y="295725"/>
            <a:ext cx="8856300" cy="828900"/>
          </a:xfrm>
          <a:prstGeom prst="rect">
            <a:avLst/>
          </a:prstGeom>
          <a:noFill/>
          <a:ln>
            <a:noFill/>
          </a:ln>
        </p:spPr>
        <p:txBody>
          <a:bodyPr anchorCtr="0" anchor="t" bIns="91425" lIns="91425" rIns="91425" wrap="square" tIns="91425">
            <a:noAutofit/>
          </a:bodyPr>
          <a:lstStyle/>
          <a:p>
            <a:pPr lvl="0" rtl="0" algn="ctr">
              <a:spcBef>
                <a:spcPts val="0"/>
              </a:spcBef>
              <a:buNone/>
            </a:pPr>
            <a:r>
              <a:rPr b="1" lang="en" sz="1800">
                <a:solidFill>
                  <a:schemeClr val="accent3"/>
                </a:solidFill>
                <a:latin typeface="Montserrat"/>
                <a:ea typeface="Montserrat"/>
                <a:cs typeface="Montserrat"/>
                <a:sym typeface="Montserrat"/>
              </a:rPr>
              <a:t>Cryptocurrency Relative Price During Analysis</a:t>
            </a:r>
          </a:p>
        </p:txBody>
      </p:sp>
      <p:pic>
        <p:nvPicPr>
          <p:cNvPr id="326" name="Shape 326"/>
          <p:cNvPicPr preferRelativeResize="0"/>
          <p:nvPr/>
        </p:nvPicPr>
        <p:blipFill>
          <a:blip r:embed="rId3">
            <a:alphaModFix/>
          </a:blip>
          <a:stretch>
            <a:fillRect/>
          </a:stretch>
        </p:blipFill>
        <p:spPr>
          <a:xfrm>
            <a:off x="345314" y="1178125"/>
            <a:ext cx="8453374" cy="3403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0" name="Shape 330"/>
        <p:cNvGrpSpPr/>
        <p:nvPr/>
      </p:nvGrpSpPr>
      <p:grpSpPr>
        <a:xfrm>
          <a:off x="0" y="0"/>
          <a:ext cx="0" cy="0"/>
          <a:chOff x="0" y="0"/>
          <a:chExt cx="0" cy="0"/>
        </a:xfrm>
      </p:grpSpPr>
      <p:sp>
        <p:nvSpPr>
          <p:cNvPr id="331" name="Shape 331"/>
          <p:cNvSpPr txBox="1"/>
          <p:nvPr/>
        </p:nvSpPr>
        <p:spPr>
          <a:xfrm>
            <a:off x="327275" y="295725"/>
            <a:ext cx="8856300" cy="828900"/>
          </a:xfrm>
          <a:prstGeom prst="rect">
            <a:avLst/>
          </a:prstGeom>
          <a:noFill/>
          <a:ln>
            <a:noFill/>
          </a:ln>
        </p:spPr>
        <p:txBody>
          <a:bodyPr anchorCtr="0" anchor="t" bIns="91425" lIns="91425" rIns="91425" wrap="square" tIns="91425">
            <a:noAutofit/>
          </a:bodyPr>
          <a:lstStyle/>
          <a:p>
            <a:pPr lvl="0">
              <a:spcBef>
                <a:spcPts val="0"/>
              </a:spcBef>
              <a:buNone/>
            </a:pPr>
            <a:r>
              <a:rPr b="1" lang="en" sz="1800">
                <a:solidFill>
                  <a:schemeClr val="accent3"/>
                </a:solidFill>
                <a:latin typeface="Montserrat"/>
                <a:ea typeface="Montserrat"/>
                <a:cs typeface="Montserrat"/>
                <a:sym typeface="Montserrat"/>
              </a:rPr>
              <a:t>Cryptocurrency Price Directionality Against Overall Positive Sentiment</a:t>
            </a:r>
          </a:p>
        </p:txBody>
      </p:sp>
      <p:pic>
        <p:nvPicPr>
          <p:cNvPr id="332" name="Shape 332"/>
          <p:cNvPicPr preferRelativeResize="0"/>
          <p:nvPr/>
        </p:nvPicPr>
        <p:blipFill>
          <a:blip r:embed="rId3">
            <a:alphaModFix/>
          </a:blip>
          <a:stretch>
            <a:fillRect/>
          </a:stretch>
        </p:blipFill>
        <p:spPr>
          <a:xfrm>
            <a:off x="327275" y="778750"/>
            <a:ext cx="8482948" cy="4222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6" name="Shape 336"/>
        <p:cNvGrpSpPr/>
        <p:nvPr/>
      </p:nvGrpSpPr>
      <p:grpSpPr>
        <a:xfrm>
          <a:off x="0" y="0"/>
          <a:ext cx="0" cy="0"/>
          <a:chOff x="0" y="0"/>
          <a:chExt cx="0" cy="0"/>
        </a:xfrm>
      </p:grpSpPr>
      <p:sp>
        <p:nvSpPr>
          <p:cNvPr id="337" name="Shape 337"/>
          <p:cNvSpPr txBox="1"/>
          <p:nvPr/>
        </p:nvSpPr>
        <p:spPr>
          <a:xfrm>
            <a:off x="143850" y="293900"/>
            <a:ext cx="8856300" cy="828900"/>
          </a:xfrm>
          <a:prstGeom prst="rect">
            <a:avLst/>
          </a:prstGeom>
          <a:noFill/>
          <a:ln>
            <a:noFill/>
          </a:ln>
        </p:spPr>
        <p:txBody>
          <a:bodyPr anchorCtr="0" anchor="t" bIns="91425" lIns="91425" rIns="91425" wrap="square" tIns="91425">
            <a:noAutofit/>
          </a:bodyPr>
          <a:lstStyle/>
          <a:p>
            <a:pPr lvl="0" rtl="0" algn="ctr">
              <a:spcBef>
                <a:spcPts val="0"/>
              </a:spcBef>
              <a:buNone/>
            </a:pPr>
            <a:r>
              <a:rPr b="1" lang="en" sz="1800">
                <a:solidFill>
                  <a:schemeClr val="accent3"/>
                </a:solidFill>
                <a:latin typeface="Montserrat"/>
                <a:ea typeface="Montserrat"/>
                <a:cs typeface="Montserrat"/>
                <a:sym typeface="Montserrat"/>
              </a:rPr>
              <a:t>Individual </a:t>
            </a:r>
            <a:r>
              <a:rPr b="1" lang="en" sz="1800">
                <a:solidFill>
                  <a:schemeClr val="accent3"/>
                </a:solidFill>
                <a:latin typeface="Montserrat"/>
                <a:ea typeface="Montserrat"/>
                <a:cs typeface="Montserrat"/>
                <a:sym typeface="Montserrat"/>
              </a:rPr>
              <a:t>Cryptocurrency Price Directionality Against Overall Positive Sentiment</a:t>
            </a:r>
          </a:p>
        </p:txBody>
      </p:sp>
      <p:pic>
        <p:nvPicPr>
          <p:cNvPr id="338" name="Shape 338"/>
          <p:cNvPicPr preferRelativeResize="0"/>
          <p:nvPr/>
        </p:nvPicPr>
        <p:blipFill>
          <a:blip r:embed="rId3">
            <a:alphaModFix/>
          </a:blip>
          <a:stretch>
            <a:fillRect/>
          </a:stretch>
        </p:blipFill>
        <p:spPr>
          <a:xfrm>
            <a:off x="411174" y="1122799"/>
            <a:ext cx="2500399" cy="1486850"/>
          </a:xfrm>
          <a:prstGeom prst="rect">
            <a:avLst/>
          </a:prstGeom>
          <a:noFill/>
          <a:ln>
            <a:noFill/>
          </a:ln>
        </p:spPr>
      </p:pic>
      <p:pic>
        <p:nvPicPr>
          <p:cNvPr id="339" name="Shape 339"/>
          <p:cNvPicPr preferRelativeResize="0"/>
          <p:nvPr/>
        </p:nvPicPr>
        <p:blipFill>
          <a:blip r:embed="rId4">
            <a:alphaModFix/>
          </a:blip>
          <a:stretch>
            <a:fillRect/>
          </a:stretch>
        </p:blipFill>
        <p:spPr>
          <a:xfrm>
            <a:off x="3205274" y="1121262"/>
            <a:ext cx="2500400" cy="1489935"/>
          </a:xfrm>
          <a:prstGeom prst="rect">
            <a:avLst/>
          </a:prstGeom>
          <a:noFill/>
          <a:ln>
            <a:noFill/>
          </a:ln>
        </p:spPr>
      </p:pic>
      <p:pic>
        <p:nvPicPr>
          <p:cNvPr id="340" name="Shape 340"/>
          <p:cNvPicPr preferRelativeResize="0"/>
          <p:nvPr/>
        </p:nvPicPr>
        <p:blipFill>
          <a:blip r:embed="rId5">
            <a:alphaModFix/>
          </a:blip>
          <a:stretch>
            <a:fillRect/>
          </a:stretch>
        </p:blipFill>
        <p:spPr>
          <a:xfrm>
            <a:off x="5999375" y="1122799"/>
            <a:ext cx="2500399" cy="1486847"/>
          </a:xfrm>
          <a:prstGeom prst="rect">
            <a:avLst/>
          </a:prstGeom>
          <a:noFill/>
          <a:ln>
            <a:noFill/>
          </a:ln>
        </p:spPr>
      </p:pic>
      <p:pic>
        <p:nvPicPr>
          <p:cNvPr id="341" name="Shape 341"/>
          <p:cNvPicPr preferRelativeResize="0"/>
          <p:nvPr/>
        </p:nvPicPr>
        <p:blipFill>
          <a:blip r:embed="rId6">
            <a:alphaModFix/>
          </a:blip>
          <a:stretch>
            <a:fillRect/>
          </a:stretch>
        </p:blipFill>
        <p:spPr>
          <a:xfrm>
            <a:off x="1678169" y="2960344"/>
            <a:ext cx="2500400" cy="1489929"/>
          </a:xfrm>
          <a:prstGeom prst="rect">
            <a:avLst/>
          </a:prstGeom>
          <a:noFill/>
          <a:ln>
            <a:noFill/>
          </a:ln>
        </p:spPr>
      </p:pic>
      <p:pic>
        <p:nvPicPr>
          <p:cNvPr id="342" name="Shape 342"/>
          <p:cNvPicPr preferRelativeResize="0"/>
          <p:nvPr/>
        </p:nvPicPr>
        <p:blipFill>
          <a:blip r:embed="rId7">
            <a:alphaModFix/>
          </a:blip>
          <a:stretch>
            <a:fillRect/>
          </a:stretch>
        </p:blipFill>
        <p:spPr>
          <a:xfrm>
            <a:off x="4807894" y="2960344"/>
            <a:ext cx="2500400" cy="14899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6" name="Shape 346"/>
        <p:cNvGrpSpPr/>
        <p:nvPr/>
      </p:nvGrpSpPr>
      <p:grpSpPr>
        <a:xfrm>
          <a:off x="0" y="0"/>
          <a:ext cx="0" cy="0"/>
          <a:chOff x="0" y="0"/>
          <a:chExt cx="0" cy="0"/>
        </a:xfrm>
      </p:grpSpPr>
      <p:sp>
        <p:nvSpPr>
          <p:cNvPr id="347" name="Shape 347"/>
          <p:cNvSpPr txBox="1"/>
          <p:nvPr>
            <p:ph type="title"/>
          </p:nvPr>
        </p:nvSpPr>
        <p:spPr>
          <a:xfrm>
            <a:off x="645800" y="293675"/>
            <a:ext cx="2826600" cy="1941300"/>
          </a:xfrm>
          <a:prstGeom prst="rect">
            <a:avLst/>
          </a:prstGeom>
        </p:spPr>
        <p:txBody>
          <a:bodyPr anchorCtr="0" anchor="b" bIns="91425" lIns="91425" rIns="91425" wrap="square" tIns="91425">
            <a:noAutofit/>
          </a:bodyPr>
          <a:lstStyle/>
          <a:p>
            <a:pPr lvl="0">
              <a:spcBef>
                <a:spcPts val="0"/>
              </a:spcBef>
              <a:buNone/>
            </a:pPr>
            <a:r>
              <a:rPr lang="en" sz="1400"/>
              <a:t>“</a:t>
            </a:r>
            <a:r>
              <a:rPr lang="en" sz="1400"/>
              <a:t>Two of the country's most prominent bitcoin exchanges, BTC China and Via BTC, said they will halt trading this month. BTC China has also stopped registering new users, it said in a statement posted on social media.”- CNN TECH</a:t>
            </a:r>
          </a:p>
        </p:txBody>
      </p:sp>
      <p:sp>
        <p:nvSpPr>
          <p:cNvPr id="348" name="Shape 348"/>
          <p:cNvSpPr txBox="1"/>
          <p:nvPr>
            <p:ph idx="1" type="body"/>
          </p:nvPr>
        </p:nvSpPr>
        <p:spPr>
          <a:xfrm>
            <a:off x="3569675" y="2325050"/>
            <a:ext cx="2667600" cy="2450400"/>
          </a:xfrm>
          <a:prstGeom prst="rect">
            <a:avLst/>
          </a:prstGeom>
        </p:spPr>
        <p:txBody>
          <a:bodyPr anchorCtr="0" anchor="t" bIns="91425" lIns="91425" rIns="91425" wrap="square" tIns="91425">
            <a:noAutofit/>
          </a:bodyPr>
          <a:lstStyle/>
          <a:p>
            <a:pPr lvl="0">
              <a:spcBef>
                <a:spcPts val="0"/>
              </a:spcBef>
              <a:buNone/>
            </a:pPr>
            <a:r>
              <a:rPr lang="en" sz="1400"/>
              <a:t>“On Tuesday, [JPMorgan CEO Jamie] Dimon called bitcoin a ‘fraud’, described it as ‘not a real thing’  and said, ‘someone is going to get killed.’ Crypto enthusiasts took little time in firing back -- on Twitter...”</a:t>
            </a:r>
          </a:p>
        </p:txBody>
      </p:sp>
      <p:sp>
        <p:nvSpPr>
          <p:cNvPr id="349" name="Shape 349"/>
          <p:cNvSpPr txBox="1"/>
          <p:nvPr/>
        </p:nvSpPr>
        <p:spPr>
          <a:xfrm>
            <a:off x="694475" y="4176425"/>
            <a:ext cx="5542800" cy="599100"/>
          </a:xfrm>
          <a:prstGeom prst="rect">
            <a:avLst/>
          </a:prstGeom>
          <a:noFill/>
          <a:ln>
            <a:noFill/>
          </a:ln>
        </p:spPr>
        <p:txBody>
          <a:bodyPr anchorCtr="0" anchor="ctr" bIns="91425" lIns="91425" rIns="91425" wrap="square" tIns="91425">
            <a:noAutofit/>
          </a:bodyPr>
          <a:lstStyle/>
          <a:p>
            <a:pPr lvl="0" rtl="0" algn="ctr">
              <a:spcBef>
                <a:spcPts val="0"/>
              </a:spcBef>
              <a:buNone/>
            </a:pPr>
            <a:r>
              <a:rPr b="1" lang="en" sz="2400">
                <a:solidFill>
                  <a:srgbClr val="6AA84F"/>
                </a:solidFill>
                <a:latin typeface="Montserrat"/>
                <a:ea typeface="Montserrat"/>
                <a:cs typeface="Montserrat"/>
                <a:sym typeface="Montserrat"/>
              </a:rPr>
              <a:t>QUESTION: DID WE GET LUCKY?</a:t>
            </a:r>
          </a:p>
        </p:txBody>
      </p:sp>
      <p:sp>
        <p:nvSpPr>
          <p:cNvPr id="350" name="Shape 350"/>
          <p:cNvSpPr txBox="1"/>
          <p:nvPr>
            <p:ph type="title"/>
          </p:nvPr>
        </p:nvSpPr>
        <p:spPr>
          <a:xfrm>
            <a:off x="3472400" y="293675"/>
            <a:ext cx="2764800" cy="1451100"/>
          </a:xfrm>
          <a:prstGeom prst="rect">
            <a:avLst/>
          </a:prstGeom>
        </p:spPr>
        <p:txBody>
          <a:bodyPr anchorCtr="0" anchor="b" bIns="91425" lIns="91425" rIns="91425" wrap="square" tIns="91425">
            <a:noAutofit/>
          </a:bodyPr>
          <a:lstStyle/>
          <a:p>
            <a:pPr lvl="0" algn="ctr">
              <a:spcBef>
                <a:spcPts val="0"/>
              </a:spcBef>
              <a:buNone/>
            </a:pPr>
            <a:r>
              <a:rPr lang="en" u="sng">
                <a:solidFill>
                  <a:srgbClr val="6AA84F"/>
                </a:solidFill>
                <a:hlinkClick r:id="rId3"/>
              </a:rPr>
              <a:t>SOURCE</a:t>
            </a:r>
            <a:r>
              <a:rPr lang="en">
                <a:solidFill>
                  <a:srgbClr val="6AA84F"/>
                </a:solidFill>
                <a:hlinkClick r:id="rId4"/>
              </a:rPr>
              <a:t>:</a:t>
            </a:r>
            <a:r>
              <a:rPr lang="en">
                <a:solidFill>
                  <a:srgbClr val="6AA84F"/>
                </a:solidFill>
              </a:rPr>
              <a:t> </a:t>
            </a:r>
          </a:p>
          <a:p>
            <a:pPr lvl="0" algn="ctr">
              <a:spcBef>
                <a:spcPts val="0"/>
              </a:spcBef>
              <a:buNone/>
            </a:pPr>
            <a:r>
              <a:rPr lang="en"/>
              <a:t>CNN TECH</a:t>
            </a:r>
          </a:p>
          <a:p>
            <a:pPr lvl="0" rtl="0" algn="ctr">
              <a:spcBef>
                <a:spcPts val="0"/>
              </a:spcBef>
              <a:buNone/>
            </a:pPr>
            <a:r>
              <a:rPr lang="en"/>
              <a:t>09/15/17</a:t>
            </a:r>
          </a:p>
        </p:txBody>
      </p:sp>
      <p:sp>
        <p:nvSpPr>
          <p:cNvPr id="351" name="Shape 351"/>
          <p:cNvSpPr txBox="1"/>
          <p:nvPr>
            <p:ph type="title"/>
          </p:nvPr>
        </p:nvSpPr>
        <p:spPr>
          <a:xfrm>
            <a:off x="694475" y="2407425"/>
            <a:ext cx="2764800" cy="1451100"/>
          </a:xfrm>
          <a:prstGeom prst="rect">
            <a:avLst/>
          </a:prstGeom>
        </p:spPr>
        <p:txBody>
          <a:bodyPr anchorCtr="0" anchor="b" bIns="91425" lIns="91425" rIns="91425" wrap="square" tIns="91425">
            <a:noAutofit/>
          </a:bodyPr>
          <a:lstStyle/>
          <a:p>
            <a:pPr lvl="0" rtl="0" algn="ctr">
              <a:spcBef>
                <a:spcPts val="0"/>
              </a:spcBef>
              <a:buNone/>
            </a:pPr>
            <a:r>
              <a:rPr lang="en" u="sng">
                <a:solidFill>
                  <a:schemeClr val="lt1"/>
                </a:solidFill>
                <a:hlinkClick r:id="rId5"/>
              </a:rPr>
              <a:t>SOURCE</a:t>
            </a:r>
            <a:r>
              <a:rPr lang="en">
                <a:solidFill>
                  <a:schemeClr val="lt1"/>
                </a:solidFill>
              </a:rPr>
              <a:t>: </a:t>
            </a:r>
          </a:p>
          <a:p>
            <a:pPr lvl="0" rtl="0" algn="ctr">
              <a:spcBef>
                <a:spcPts val="0"/>
              </a:spcBef>
              <a:buNone/>
            </a:pPr>
            <a:r>
              <a:rPr lang="en">
                <a:solidFill>
                  <a:schemeClr val="lt1"/>
                </a:solidFill>
              </a:rPr>
              <a:t>CNBC</a:t>
            </a:r>
          </a:p>
          <a:p>
            <a:pPr lvl="0" rtl="0" algn="ctr">
              <a:spcBef>
                <a:spcPts val="0"/>
              </a:spcBef>
              <a:buNone/>
            </a:pPr>
            <a:r>
              <a:rPr lang="en">
                <a:solidFill>
                  <a:schemeClr val="lt1"/>
                </a:solidFill>
              </a:rPr>
              <a:t>09/14/17</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5" name="Shape 355"/>
        <p:cNvGrpSpPr/>
        <p:nvPr/>
      </p:nvGrpSpPr>
      <p:grpSpPr>
        <a:xfrm>
          <a:off x="0" y="0"/>
          <a:ext cx="0" cy="0"/>
          <a:chOff x="0" y="0"/>
          <a:chExt cx="0" cy="0"/>
        </a:xfrm>
      </p:grpSpPr>
      <p:sp>
        <p:nvSpPr>
          <p:cNvPr id="356" name="Shape 356"/>
          <p:cNvSpPr txBox="1"/>
          <p:nvPr>
            <p:ph idx="1" type="body"/>
          </p:nvPr>
        </p:nvSpPr>
        <p:spPr>
          <a:xfrm>
            <a:off x="735875" y="904075"/>
            <a:ext cx="5708400" cy="3992700"/>
          </a:xfrm>
          <a:prstGeom prst="rect">
            <a:avLst/>
          </a:prstGeom>
        </p:spPr>
        <p:txBody>
          <a:bodyPr anchorCtr="0" anchor="t" bIns="91425" lIns="91425" rIns="91425" wrap="square" tIns="91425">
            <a:noAutofit/>
          </a:bodyPr>
          <a:lstStyle/>
          <a:p>
            <a:pPr lvl="0" rtl="0">
              <a:spcBef>
                <a:spcPts val="0"/>
              </a:spcBef>
              <a:buNone/>
            </a:pPr>
            <a:r>
              <a:t/>
            </a:r>
            <a:endParaRPr sz="800"/>
          </a:p>
          <a:p>
            <a:pPr indent="-228600" lvl="0" marL="457200" rtl="0">
              <a:spcBef>
                <a:spcPts val="0"/>
              </a:spcBef>
            </a:pPr>
            <a:r>
              <a:rPr lang="en"/>
              <a:t>Twitter data provided an intriguing window into understanding the cryptocurrency market</a:t>
            </a:r>
          </a:p>
          <a:p>
            <a:pPr lvl="0" rtl="0">
              <a:spcBef>
                <a:spcPts val="0"/>
              </a:spcBef>
              <a:buNone/>
            </a:pPr>
            <a:r>
              <a:t/>
            </a:r>
            <a:endParaRPr sz="600"/>
          </a:p>
          <a:p>
            <a:pPr indent="-228600" lvl="0" marL="457200" rtl="0">
              <a:spcBef>
                <a:spcPts val="0"/>
              </a:spcBef>
            </a:pPr>
            <a:r>
              <a:rPr lang="en"/>
              <a:t>Positive cryptocurrency tweet sentiment was observed to track with cryptocurrency price trends</a:t>
            </a:r>
          </a:p>
          <a:p>
            <a:pPr lvl="0" rtl="0">
              <a:spcBef>
                <a:spcPts val="0"/>
              </a:spcBef>
              <a:buNone/>
            </a:pPr>
            <a:r>
              <a:t/>
            </a:r>
            <a:endParaRPr sz="800"/>
          </a:p>
          <a:p>
            <a:pPr indent="-228600" lvl="0" marL="457200" rtl="0">
              <a:spcBef>
                <a:spcPts val="0"/>
              </a:spcBef>
            </a:pPr>
            <a:r>
              <a:rPr lang="en"/>
              <a:t>Limitations-extremely small duration and low frequency of data collection makes generalization difficult</a:t>
            </a:r>
          </a:p>
          <a:p>
            <a:pPr lvl="0" rtl="0">
              <a:spcBef>
                <a:spcPts val="0"/>
              </a:spcBef>
              <a:buNone/>
            </a:pPr>
            <a:r>
              <a:t/>
            </a:r>
            <a:endParaRPr/>
          </a:p>
        </p:txBody>
      </p:sp>
      <p:sp>
        <p:nvSpPr>
          <p:cNvPr id="357" name="Shape 357"/>
          <p:cNvSpPr txBox="1"/>
          <p:nvPr>
            <p:ph type="title"/>
          </p:nvPr>
        </p:nvSpPr>
        <p:spPr>
          <a:xfrm>
            <a:off x="735875" y="250550"/>
            <a:ext cx="5917200" cy="697500"/>
          </a:xfrm>
          <a:prstGeom prst="rect">
            <a:avLst/>
          </a:prstGeom>
        </p:spPr>
        <p:txBody>
          <a:bodyPr anchorCtr="0" anchor="b" bIns="91425" lIns="91425" rIns="91425" wrap="square" tIns="91425">
            <a:noAutofit/>
          </a:bodyPr>
          <a:lstStyle/>
          <a:p>
            <a:pPr lvl="0" rtl="0">
              <a:spcBef>
                <a:spcPts val="0"/>
              </a:spcBef>
              <a:buNone/>
            </a:pPr>
            <a:r>
              <a:rPr lang="en"/>
              <a:t>ANSWER: MAYBE</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1" name="Shape 361"/>
        <p:cNvGrpSpPr/>
        <p:nvPr/>
      </p:nvGrpSpPr>
      <p:grpSpPr>
        <a:xfrm>
          <a:off x="0" y="0"/>
          <a:ext cx="0" cy="0"/>
          <a:chOff x="0" y="0"/>
          <a:chExt cx="0" cy="0"/>
        </a:xfrm>
      </p:grpSpPr>
      <p:sp>
        <p:nvSpPr>
          <p:cNvPr id="362" name="Shape 362"/>
          <p:cNvSpPr txBox="1"/>
          <p:nvPr>
            <p:ph idx="4294967295" type="ctrTitle"/>
          </p:nvPr>
        </p:nvSpPr>
        <p:spPr>
          <a:xfrm>
            <a:off x="638175" y="1202350"/>
            <a:ext cx="6593700" cy="1159799"/>
          </a:xfrm>
          <a:prstGeom prst="rect">
            <a:avLst/>
          </a:prstGeom>
        </p:spPr>
        <p:txBody>
          <a:bodyPr anchorCtr="0" anchor="b" bIns="91425" lIns="91425" rIns="91425" wrap="square" tIns="91425">
            <a:noAutofit/>
          </a:bodyPr>
          <a:lstStyle/>
          <a:p>
            <a:pPr lvl="0" rtl="0">
              <a:spcBef>
                <a:spcPts val="0"/>
              </a:spcBef>
              <a:buNone/>
            </a:pPr>
            <a:r>
              <a:rPr lang="en" sz="9600"/>
              <a:t>Thanks!</a:t>
            </a:r>
          </a:p>
        </p:txBody>
      </p:sp>
      <p:sp>
        <p:nvSpPr>
          <p:cNvPr id="363" name="Shape 363"/>
          <p:cNvSpPr txBox="1"/>
          <p:nvPr>
            <p:ph idx="4294967295" type="subTitle"/>
          </p:nvPr>
        </p:nvSpPr>
        <p:spPr>
          <a:xfrm>
            <a:off x="714375" y="2401912"/>
            <a:ext cx="6593700" cy="784799"/>
          </a:xfrm>
          <a:prstGeom prst="rect">
            <a:avLst/>
          </a:prstGeom>
        </p:spPr>
        <p:txBody>
          <a:bodyPr anchorCtr="0" anchor="t" bIns="91425" lIns="91425" rIns="91425" wrap="square" tIns="91425">
            <a:noAutofit/>
          </a:bodyPr>
          <a:lstStyle/>
          <a:p>
            <a:pPr lvl="0" rtl="0">
              <a:spcBef>
                <a:spcPts val="0"/>
              </a:spcBef>
              <a:buNone/>
            </a:pPr>
            <a:r>
              <a:rPr lang="en" sz="3600"/>
              <a:t>Any questions?</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7" name="Shape 367"/>
        <p:cNvGrpSpPr/>
        <p:nvPr/>
      </p:nvGrpSpPr>
      <p:grpSpPr>
        <a:xfrm>
          <a:off x="0" y="0"/>
          <a:ext cx="0" cy="0"/>
          <a:chOff x="0" y="0"/>
          <a:chExt cx="0" cy="0"/>
        </a:xfrm>
      </p:grpSpPr>
      <p:sp>
        <p:nvSpPr>
          <p:cNvPr id="368" name="Shape 368"/>
          <p:cNvSpPr txBox="1"/>
          <p:nvPr>
            <p:ph type="title"/>
          </p:nvPr>
        </p:nvSpPr>
        <p:spPr>
          <a:xfrm>
            <a:off x="717780" y="780900"/>
            <a:ext cx="5169000" cy="697500"/>
          </a:xfrm>
          <a:prstGeom prst="rect">
            <a:avLst/>
          </a:prstGeom>
        </p:spPr>
        <p:txBody>
          <a:bodyPr anchorCtr="0" anchor="b" bIns="91425" lIns="91425" rIns="91425" wrap="square" tIns="91425">
            <a:noAutofit/>
          </a:bodyPr>
          <a:lstStyle/>
          <a:p>
            <a:pPr lvl="0" rtl="0">
              <a:spcBef>
                <a:spcPts val="0"/>
              </a:spcBef>
              <a:buNone/>
            </a:pPr>
            <a:r>
              <a:rPr lang="en"/>
              <a:t>Credits</a:t>
            </a:r>
          </a:p>
        </p:txBody>
      </p:sp>
      <p:sp>
        <p:nvSpPr>
          <p:cNvPr id="369" name="Shape 369"/>
          <p:cNvSpPr txBox="1"/>
          <p:nvPr>
            <p:ph idx="1" type="body"/>
          </p:nvPr>
        </p:nvSpPr>
        <p:spPr>
          <a:xfrm>
            <a:off x="717780" y="1513573"/>
            <a:ext cx="5169000" cy="3031199"/>
          </a:xfrm>
          <a:prstGeom prst="rect">
            <a:avLst/>
          </a:prstGeom>
        </p:spPr>
        <p:txBody>
          <a:bodyPr anchorCtr="0" anchor="t" bIns="91425" lIns="91425" rIns="91425" wrap="square" tIns="91425">
            <a:noAutofit/>
          </a:bodyPr>
          <a:lstStyle/>
          <a:p>
            <a:pPr lvl="0" rtl="0">
              <a:spcBef>
                <a:spcPts val="0"/>
              </a:spcBef>
              <a:buNone/>
            </a:pPr>
            <a:r>
              <a:rPr lang="en" sz="1800"/>
              <a:t>Special thanks to all the people who made and released these awesome resources for free:</a:t>
            </a:r>
          </a:p>
          <a:p>
            <a:pPr indent="-342900" lvl="0" marL="457200" rtl="0">
              <a:lnSpc>
                <a:spcPct val="115000"/>
              </a:lnSpc>
              <a:spcBef>
                <a:spcPts val="0"/>
              </a:spcBef>
              <a:buSzPct val="100000"/>
            </a:pPr>
            <a:r>
              <a:rPr lang="en" sz="1800"/>
              <a:t>Presentation template by </a:t>
            </a:r>
            <a:r>
              <a:rPr lang="en" sz="1800" u="sng">
                <a:hlinkClick r:id="rId3"/>
              </a:rPr>
              <a:t>SlidesCarnival</a:t>
            </a:r>
          </a:p>
          <a:p>
            <a:pPr indent="-342900" lvl="0" marL="457200" rtl="0">
              <a:lnSpc>
                <a:spcPct val="115000"/>
              </a:lnSpc>
              <a:spcBef>
                <a:spcPts val="0"/>
              </a:spcBef>
              <a:buSzPct val="100000"/>
            </a:pPr>
            <a:r>
              <a:rPr lang="en" sz="1800"/>
              <a:t>Photographs by </a:t>
            </a:r>
            <a:r>
              <a:rPr lang="en" sz="1800" u="sng">
                <a:hlinkClick r:id="rId4"/>
              </a:rPr>
              <a:t>Unsplash</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lthasa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