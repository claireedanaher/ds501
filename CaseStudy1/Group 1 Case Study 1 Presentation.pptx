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5143500" cx="9144000"/>
  <p:notesSz cx="6858000" cy="9144000"/>
  <p:embeddedFontLst>
    <p:embeddedFont>
      <p:font typeface="Montserrat"/>
      <p:regular r:id="rId23"/>
      <p:bold r:id="rId24"/>
      <p:italic r:id="rId25"/>
      <p:boldItalic r:id="rId26"/>
    </p:embeddedFont>
    <p:embeddedFont>
      <p:font typeface="PT Serif"/>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PTSerif-bold.fntdata"/><Relationship Id="rId27" Type="http://schemas.openxmlformats.org/officeDocument/2006/relationships/font" Target="fonts/PTSerif-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TSerif-italic.fntdata"/><Relationship Id="rId7" Type="http://schemas.openxmlformats.org/officeDocument/2006/relationships/slide" Target="slides/slide3.xml"/><Relationship Id="rId8" Type="http://schemas.openxmlformats.org/officeDocument/2006/relationships/slide" Target="slides/slide4.xml"/><Relationship Id="rId30" Type="http://schemas.openxmlformats.org/officeDocument/2006/relationships/font" Target="fonts/PTSerif-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Shape 3"/>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399" cy="4114800"/>
          </a:xfrm>
          <a:prstGeom prst="rect">
            <a:avLst/>
          </a:prstGeom>
          <a:noFill/>
          <a:ln>
            <a:noFill/>
          </a:ln>
        </p:spPr>
        <p:txBody>
          <a:bodyPr anchorCtr="0" anchor="t" bIns="91425" lIns="91425" rIns="91425" wrap="square" tIns="91425"/>
          <a:lstStyle>
            <a:lvl1pPr lvl="0">
              <a:spcBef>
                <a:spcPts val="0"/>
              </a:spcBef>
              <a:buChar char="●"/>
              <a:defRPr sz="1100"/>
            </a:lvl1pPr>
            <a:lvl2pPr lvl="1">
              <a:spcBef>
                <a:spcPts val="0"/>
              </a:spcBef>
              <a:buChar char="○"/>
              <a:defRPr sz="1100"/>
            </a:lvl2pPr>
            <a:lvl3pPr lvl="2">
              <a:spcBef>
                <a:spcPts val="0"/>
              </a:spcBef>
              <a:buChar char="■"/>
              <a:defRPr sz="1100"/>
            </a:lvl3pPr>
            <a:lvl4pPr lvl="3">
              <a:spcBef>
                <a:spcPts val="0"/>
              </a:spcBef>
              <a:buChar char="●"/>
              <a:defRPr sz="1100"/>
            </a:lvl4pPr>
            <a:lvl5pPr lvl="4">
              <a:spcBef>
                <a:spcPts val="0"/>
              </a:spcBef>
              <a:buChar char="○"/>
              <a:defRPr sz="1100"/>
            </a:lvl5pPr>
            <a:lvl6pPr lvl="5">
              <a:spcBef>
                <a:spcPts val="0"/>
              </a:spcBef>
              <a:buChar char="■"/>
              <a:defRPr sz="1100"/>
            </a:lvl6pPr>
            <a:lvl7pPr lvl="6">
              <a:spcBef>
                <a:spcPts val="0"/>
              </a:spcBef>
              <a:buChar char="●"/>
              <a:defRPr sz="1100"/>
            </a:lvl7pPr>
            <a:lvl8pPr lvl="7">
              <a:spcBef>
                <a:spcPts val="0"/>
              </a:spcBef>
              <a:buChar char="○"/>
              <a:defRPr sz="1100"/>
            </a:lvl8pPr>
            <a:lvl9pPr lvl="8">
              <a:spcBef>
                <a:spcPts val="0"/>
              </a:spcBef>
              <a:buChar char="■"/>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4" name="Shape 244"/>
        <p:cNvGrpSpPr/>
        <p:nvPr/>
      </p:nvGrpSpPr>
      <p:grpSpPr>
        <a:xfrm>
          <a:off x="0" y="0"/>
          <a:ext cx="0" cy="0"/>
          <a:chOff x="0" y="0"/>
          <a:chExt cx="0" cy="0"/>
        </a:xfrm>
      </p:grpSpPr>
      <p:sp>
        <p:nvSpPr>
          <p:cNvPr id="245" name="Shape 245"/>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246" name="Shape 246"/>
          <p:cNvSpPr txBox="1"/>
          <p:nvPr>
            <p:ph idx="1" type="body"/>
          </p:nvPr>
        </p:nvSpPr>
        <p:spPr>
          <a:xfrm>
            <a:off x="685800" y="4343400"/>
            <a:ext cx="5486399" cy="4114800"/>
          </a:xfrm>
          <a:prstGeom prst="rect">
            <a:avLst/>
          </a:prstGeom>
        </p:spPr>
        <p:txBody>
          <a:bodyPr anchorCtr="0" anchor="t" bIns="91425" lIns="91425" rIns="91425" wrap="square" tIns="91425">
            <a:noAutofit/>
          </a:bodyPr>
          <a:lstStyle/>
          <a:p>
            <a:pPr lvl="0">
              <a:spcBef>
                <a:spcPts val="0"/>
              </a:spcBef>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9" name="Shape 249"/>
        <p:cNvGrpSpPr/>
        <p:nvPr/>
      </p:nvGrpSpPr>
      <p:grpSpPr>
        <a:xfrm>
          <a:off x="0" y="0"/>
          <a:ext cx="0" cy="0"/>
          <a:chOff x="0" y="0"/>
          <a:chExt cx="0" cy="0"/>
        </a:xfrm>
      </p:grpSpPr>
      <p:sp>
        <p:nvSpPr>
          <p:cNvPr id="250" name="Shape 250"/>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251" name="Shape 251"/>
          <p:cNvSpPr txBox="1"/>
          <p:nvPr>
            <p:ph idx="1" type="body"/>
          </p:nvPr>
        </p:nvSpPr>
        <p:spPr>
          <a:xfrm>
            <a:off x="685800" y="4343400"/>
            <a:ext cx="5486399" cy="4114800"/>
          </a:xfrm>
          <a:prstGeom prst="rect">
            <a:avLst/>
          </a:prstGeom>
        </p:spPr>
        <p:txBody>
          <a:bodyPr anchorCtr="0" anchor="t" bIns="91425" lIns="91425" rIns="91425" wrap="square" tIns="91425">
            <a:noAutofit/>
          </a:bodyPr>
          <a:lstStyle/>
          <a:p>
            <a:pPr lvl="0">
              <a:spcBef>
                <a:spcPts val="0"/>
              </a:spcBef>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6" name="Shape 256"/>
        <p:cNvGrpSpPr/>
        <p:nvPr/>
      </p:nvGrpSpPr>
      <p:grpSpPr>
        <a:xfrm>
          <a:off x="0" y="0"/>
          <a:ext cx="0" cy="0"/>
          <a:chOff x="0" y="0"/>
          <a:chExt cx="0" cy="0"/>
        </a:xfrm>
      </p:grpSpPr>
      <p:sp>
        <p:nvSpPr>
          <p:cNvPr id="257" name="Shape 257"/>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258" name="Shape 258"/>
          <p:cNvSpPr txBox="1"/>
          <p:nvPr>
            <p:ph idx="1" type="body"/>
          </p:nvPr>
        </p:nvSpPr>
        <p:spPr>
          <a:xfrm>
            <a:off x="685800" y="4343400"/>
            <a:ext cx="5486399" cy="4114800"/>
          </a:xfrm>
          <a:prstGeom prst="rect">
            <a:avLst/>
          </a:prstGeom>
        </p:spPr>
        <p:txBody>
          <a:bodyPr anchorCtr="0" anchor="t" bIns="91425" lIns="91425" rIns="91425" wrap="square" tIns="91425">
            <a:noAutofit/>
          </a:bodyPr>
          <a:lstStyle/>
          <a:p>
            <a:pPr lvl="0">
              <a:spcBef>
                <a:spcPts val="0"/>
              </a:spcBef>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3" name="Shape 263"/>
        <p:cNvGrpSpPr/>
        <p:nvPr/>
      </p:nvGrpSpPr>
      <p:grpSpPr>
        <a:xfrm>
          <a:off x="0" y="0"/>
          <a:ext cx="0" cy="0"/>
          <a:chOff x="0" y="0"/>
          <a:chExt cx="0" cy="0"/>
        </a:xfrm>
      </p:grpSpPr>
      <p:sp>
        <p:nvSpPr>
          <p:cNvPr id="264" name="Shape 264"/>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265" name="Shape 265"/>
          <p:cNvSpPr txBox="1"/>
          <p:nvPr>
            <p:ph idx="1" type="body"/>
          </p:nvPr>
        </p:nvSpPr>
        <p:spPr>
          <a:xfrm>
            <a:off x="685800" y="4343400"/>
            <a:ext cx="5486399" cy="4114800"/>
          </a:xfrm>
          <a:prstGeom prst="rect">
            <a:avLst/>
          </a:prstGeom>
        </p:spPr>
        <p:txBody>
          <a:bodyPr anchorCtr="0" anchor="t" bIns="91425" lIns="91425" rIns="91425" wrap="square" tIns="91425">
            <a:noAutofit/>
          </a:bodyPr>
          <a:lstStyle/>
          <a:p>
            <a:pPr lvl="0">
              <a:spcBef>
                <a:spcPts val="0"/>
              </a:spcBef>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9" name="Shape 269"/>
        <p:cNvGrpSpPr/>
        <p:nvPr/>
      </p:nvGrpSpPr>
      <p:grpSpPr>
        <a:xfrm>
          <a:off x="0" y="0"/>
          <a:ext cx="0" cy="0"/>
          <a:chOff x="0" y="0"/>
          <a:chExt cx="0" cy="0"/>
        </a:xfrm>
      </p:grpSpPr>
      <p:sp>
        <p:nvSpPr>
          <p:cNvPr id="270" name="Shape 270"/>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271" name="Shape 271"/>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rtl="0">
              <a:spcBef>
                <a:spcPts val="0"/>
              </a:spcBef>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5" name="Shape 275"/>
        <p:cNvGrpSpPr/>
        <p:nvPr/>
      </p:nvGrpSpPr>
      <p:grpSpPr>
        <a:xfrm>
          <a:off x="0" y="0"/>
          <a:ext cx="0" cy="0"/>
          <a:chOff x="0" y="0"/>
          <a:chExt cx="0" cy="0"/>
        </a:xfrm>
      </p:grpSpPr>
      <p:sp>
        <p:nvSpPr>
          <p:cNvPr id="276" name="Shape 276"/>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277" name="Shape 277"/>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a:spcBef>
                <a:spcPts val="0"/>
              </a:spcBef>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2" name="Shape 282"/>
        <p:cNvGrpSpPr/>
        <p:nvPr/>
      </p:nvGrpSpPr>
      <p:grpSpPr>
        <a:xfrm>
          <a:off x="0" y="0"/>
          <a:ext cx="0" cy="0"/>
          <a:chOff x="0" y="0"/>
          <a:chExt cx="0" cy="0"/>
        </a:xfrm>
      </p:grpSpPr>
      <p:sp>
        <p:nvSpPr>
          <p:cNvPr id="283" name="Shape 283"/>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284" name="Shape 284"/>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a:spcBef>
                <a:spcPts val="0"/>
              </a:spcBef>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9" name="Shape 289"/>
        <p:cNvGrpSpPr/>
        <p:nvPr/>
      </p:nvGrpSpPr>
      <p:grpSpPr>
        <a:xfrm>
          <a:off x="0" y="0"/>
          <a:ext cx="0" cy="0"/>
          <a:chOff x="0" y="0"/>
          <a:chExt cx="0" cy="0"/>
        </a:xfrm>
      </p:grpSpPr>
      <p:sp>
        <p:nvSpPr>
          <p:cNvPr id="290" name="Shape 290"/>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291" name="Shape 291"/>
          <p:cNvSpPr txBox="1"/>
          <p:nvPr>
            <p:ph idx="1" type="body"/>
          </p:nvPr>
        </p:nvSpPr>
        <p:spPr>
          <a:xfrm>
            <a:off x="685800" y="4343400"/>
            <a:ext cx="5486399" cy="4114800"/>
          </a:xfrm>
          <a:prstGeom prst="rect">
            <a:avLst/>
          </a:prstGeom>
        </p:spPr>
        <p:txBody>
          <a:bodyPr anchorCtr="0" anchor="t" bIns="91425" lIns="91425" rIns="91425" wrap="square" tIns="91425">
            <a:noAutofit/>
          </a:bodyPr>
          <a:lstStyle/>
          <a:p>
            <a:pPr lvl="0">
              <a:spcBef>
                <a:spcPts val="0"/>
              </a:spcBef>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7" name="Shape 297"/>
        <p:cNvGrpSpPr/>
        <p:nvPr/>
      </p:nvGrpSpPr>
      <p:grpSpPr>
        <a:xfrm>
          <a:off x="0" y="0"/>
          <a:ext cx="0" cy="0"/>
          <a:chOff x="0" y="0"/>
          <a:chExt cx="0" cy="0"/>
        </a:xfrm>
      </p:grpSpPr>
      <p:sp>
        <p:nvSpPr>
          <p:cNvPr id="298" name="Shape 298"/>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299" name="Shape 299"/>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rtl="0">
              <a:spcBef>
                <a:spcPts val="0"/>
              </a:spcBef>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4" name="Shape 304"/>
        <p:cNvGrpSpPr/>
        <p:nvPr/>
      </p:nvGrpSpPr>
      <p:grpSpPr>
        <a:xfrm>
          <a:off x="0" y="0"/>
          <a:ext cx="0" cy="0"/>
          <a:chOff x="0" y="0"/>
          <a:chExt cx="0" cy="0"/>
        </a:xfrm>
      </p:grpSpPr>
      <p:sp>
        <p:nvSpPr>
          <p:cNvPr id="305" name="Shape 305"/>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306" name="Shape 306"/>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a:spcBef>
                <a:spcPts val="0"/>
              </a:spcBef>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5" name="Shape 315"/>
        <p:cNvGrpSpPr/>
        <p:nvPr/>
      </p:nvGrpSpPr>
      <p:grpSpPr>
        <a:xfrm>
          <a:off x="0" y="0"/>
          <a:ext cx="0" cy="0"/>
          <a:chOff x="0" y="0"/>
          <a:chExt cx="0" cy="0"/>
        </a:xfrm>
      </p:grpSpPr>
      <p:sp>
        <p:nvSpPr>
          <p:cNvPr id="316" name="Shape 316"/>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317" name="Shape 317"/>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rtl="0">
              <a:spcBef>
                <a:spcPts val="0"/>
              </a:spcBef>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1" name="Shape 321"/>
        <p:cNvGrpSpPr/>
        <p:nvPr/>
      </p:nvGrpSpPr>
      <p:grpSpPr>
        <a:xfrm>
          <a:off x="0" y="0"/>
          <a:ext cx="0" cy="0"/>
          <a:chOff x="0" y="0"/>
          <a:chExt cx="0" cy="0"/>
        </a:xfrm>
      </p:grpSpPr>
      <p:sp>
        <p:nvSpPr>
          <p:cNvPr id="322" name="Shape 322"/>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323" name="Shape 323"/>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rtl="0">
              <a:spcBef>
                <a:spcPts val="0"/>
              </a:spcBef>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7" name="Shape 327"/>
        <p:cNvGrpSpPr/>
        <p:nvPr/>
      </p:nvGrpSpPr>
      <p:grpSpPr>
        <a:xfrm>
          <a:off x="0" y="0"/>
          <a:ext cx="0" cy="0"/>
          <a:chOff x="0" y="0"/>
          <a:chExt cx="0" cy="0"/>
        </a:xfrm>
      </p:grpSpPr>
      <p:sp>
        <p:nvSpPr>
          <p:cNvPr id="328" name="Shape 328"/>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329" name="Shape 329"/>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rtl="0">
              <a:spcBef>
                <a:spcPts val="0"/>
              </a:spcBef>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3" name="Shape 333"/>
        <p:cNvGrpSpPr/>
        <p:nvPr/>
      </p:nvGrpSpPr>
      <p:grpSpPr>
        <a:xfrm>
          <a:off x="0" y="0"/>
          <a:ext cx="0" cy="0"/>
          <a:chOff x="0" y="0"/>
          <a:chExt cx="0" cy="0"/>
        </a:xfrm>
      </p:grpSpPr>
      <p:sp>
        <p:nvSpPr>
          <p:cNvPr id="334" name="Shape 334"/>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335" name="Shape 335"/>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rtl="0">
              <a:spcBef>
                <a:spcPts val="0"/>
              </a:spcBef>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3" name="Shape 343"/>
        <p:cNvGrpSpPr/>
        <p:nvPr/>
      </p:nvGrpSpPr>
      <p:grpSpPr>
        <a:xfrm>
          <a:off x="0" y="0"/>
          <a:ext cx="0" cy="0"/>
          <a:chOff x="0" y="0"/>
          <a:chExt cx="0" cy="0"/>
        </a:xfrm>
      </p:grpSpPr>
      <p:sp>
        <p:nvSpPr>
          <p:cNvPr id="344" name="Shape 344"/>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345" name="Shape 345"/>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a:spcBef>
                <a:spcPts val="0"/>
              </a:spcBef>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2" name="Shape 352"/>
        <p:cNvGrpSpPr/>
        <p:nvPr/>
      </p:nvGrpSpPr>
      <p:grpSpPr>
        <a:xfrm>
          <a:off x="0" y="0"/>
          <a:ext cx="0" cy="0"/>
          <a:chOff x="0" y="0"/>
          <a:chExt cx="0" cy="0"/>
        </a:xfrm>
      </p:grpSpPr>
      <p:sp>
        <p:nvSpPr>
          <p:cNvPr id="353" name="Shape 353"/>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354" name="Shape 354"/>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rtl="0">
              <a:spcBef>
                <a:spcPts val="0"/>
              </a:spcBef>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8" name="Shape 358"/>
        <p:cNvGrpSpPr/>
        <p:nvPr/>
      </p:nvGrpSpPr>
      <p:grpSpPr>
        <a:xfrm>
          <a:off x="0" y="0"/>
          <a:ext cx="0" cy="0"/>
          <a:chOff x="0" y="0"/>
          <a:chExt cx="0" cy="0"/>
        </a:xfrm>
      </p:grpSpPr>
      <p:sp>
        <p:nvSpPr>
          <p:cNvPr id="359" name="Shape 359"/>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360" name="Shape 360"/>
          <p:cNvSpPr txBox="1"/>
          <p:nvPr>
            <p:ph idx="1" type="body"/>
          </p:nvPr>
        </p:nvSpPr>
        <p:spPr>
          <a:xfrm>
            <a:off x="685800" y="4343400"/>
            <a:ext cx="5486399" cy="4114800"/>
          </a:xfrm>
          <a:prstGeom prst="rect">
            <a:avLst/>
          </a:prstGeom>
        </p:spPr>
        <p:txBody>
          <a:bodyPr anchorCtr="0" anchor="t" bIns="91425" lIns="91425" rIns="91425" wrap="square" tIns="91425">
            <a:noAutofit/>
          </a:bodyPr>
          <a:lstStyle/>
          <a:p>
            <a:pPr lvl="0">
              <a:spcBef>
                <a:spcPts val="0"/>
              </a:spcBef>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4" name="Shape 364"/>
        <p:cNvGrpSpPr/>
        <p:nvPr/>
      </p:nvGrpSpPr>
      <p:grpSpPr>
        <a:xfrm>
          <a:off x="0" y="0"/>
          <a:ext cx="0" cy="0"/>
          <a:chOff x="0" y="0"/>
          <a:chExt cx="0" cy="0"/>
        </a:xfrm>
      </p:grpSpPr>
      <p:sp>
        <p:nvSpPr>
          <p:cNvPr id="365" name="Shape 365"/>
          <p:cNvSpPr/>
          <p:nvPr>
            <p:ph idx="2" type="sldImg"/>
          </p:nvPr>
        </p:nvSpPr>
        <p:spPr>
          <a:xfrm>
            <a:off x="381175" y="685800"/>
            <a:ext cx="6096299" cy="3429000"/>
          </a:xfrm>
          <a:custGeom>
            <a:pathLst>
              <a:path extrusionOk="0" h="120000" w="120000">
                <a:moveTo>
                  <a:pt x="0" y="0"/>
                </a:moveTo>
                <a:lnTo>
                  <a:pt x="120000" y="0"/>
                </a:lnTo>
                <a:lnTo>
                  <a:pt x="120000" y="120000"/>
                </a:lnTo>
                <a:lnTo>
                  <a:pt x="0" y="120000"/>
                </a:lnTo>
                <a:close/>
              </a:path>
            </a:pathLst>
          </a:custGeom>
        </p:spPr>
      </p:sp>
      <p:sp>
        <p:nvSpPr>
          <p:cNvPr id="366" name="Shape 366"/>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lvl="0" rtl="0">
              <a:spcBef>
                <a:spcPts val="0"/>
              </a:spcBef>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itle">
  <p:cSld name="Title">
    <p:spTree>
      <p:nvGrpSpPr>
        <p:cNvPr id="19" name="Shape 19"/>
        <p:cNvGrpSpPr/>
        <p:nvPr/>
      </p:nvGrpSpPr>
      <p:grpSpPr>
        <a:xfrm>
          <a:off x="0" y="0"/>
          <a:ext cx="0" cy="0"/>
          <a:chOff x="0" y="0"/>
          <a:chExt cx="0" cy="0"/>
        </a:xfrm>
      </p:grpSpPr>
      <p:sp>
        <p:nvSpPr>
          <p:cNvPr id="20" name="Shape 20"/>
          <p:cNvSpPr/>
          <p:nvPr/>
        </p:nvSpPr>
        <p:spPr>
          <a:xfrm>
            <a:off x="8142710" y="3918330"/>
            <a:ext cx="943913" cy="1337393"/>
          </a:xfrm>
          <a:prstGeom prst="rect">
            <a:avLst/>
          </a:prstGeom>
        </p:spPr>
        <p:txBody>
          <a:bodyPr>
            <a:prstTxWarp prst="textPlain"/>
          </a:bodyPr>
          <a:lstStyle/>
          <a:p>
            <a:pPr lvl="0" algn="ctr"/>
            <a:r>
              <a:rPr b="1" i="0">
                <a:ln>
                  <a:noFill/>
                </a:ln>
                <a:solidFill>
                  <a:srgbClr val="00BFC9">
                    <a:alpha val="45000"/>
                  </a:srgbClr>
                </a:solidFill>
                <a:latin typeface="Montserrat"/>
              </a:rPr>
              <a:t>5</a:t>
            </a:r>
          </a:p>
        </p:txBody>
      </p:sp>
      <p:sp>
        <p:nvSpPr>
          <p:cNvPr id="21" name="Shape 21"/>
          <p:cNvSpPr/>
          <p:nvPr/>
        </p:nvSpPr>
        <p:spPr>
          <a:xfrm>
            <a:off x="8246778" y="1061814"/>
            <a:ext cx="565396" cy="794635"/>
          </a:xfrm>
          <a:prstGeom prst="rect">
            <a:avLst/>
          </a:prstGeom>
        </p:spPr>
        <p:txBody>
          <a:bodyPr>
            <a:prstTxWarp prst="textPlain"/>
          </a:bodyPr>
          <a:lstStyle/>
          <a:p>
            <a:pPr lvl="0" algn="ctr"/>
            <a:r>
              <a:rPr b="0" i="0">
                <a:ln>
                  <a:noFill/>
                </a:ln>
                <a:solidFill>
                  <a:srgbClr val="00BFC9">
                    <a:alpha val="45000"/>
                  </a:srgbClr>
                </a:solidFill>
                <a:latin typeface="Abril Fatface"/>
              </a:rPr>
              <a:t>3</a:t>
            </a:r>
          </a:p>
        </p:txBody>
      </p:sp>
      <p:sp>
        <p:nvSpPr>
          <p:cNvPr id="22" name="Shape 22"/>
          <p:cNvSpPr/>
          <p:nvPr/>
        </p:nvSpPr>
        <p:spPr>
          <a:xfrm>
            <a:off x="7302237" y="4554391"/>
            <a:ext cx="623239" cy="668561"/>
          </a:xfrm>
          <a:prstGeom prst="rect">
            <a:avLst/>
          </a:prstGeom>
        </p:spPr>
        <p:txBody>
          <a:bodyPr>
            <a:prstTxWarp prst="textPlain"/>
          </a:bodyPr>
          <a:lstStyle/>
          <a:p>
            <a:pPr lvl="0" algn="ctr"/>
            <a:r>
              <a:rPr b="1" i="0">
                <a:ln>
                  <a:noFill/>
                </a:ln>
                <a:solidFill>
                  <a:srgbClr val="00FFFF">
                    <a:alpha val="13460"/>
                  </a:srgbClr>
                </a:solidFill>
                <a:latin typeface="Montserrat"/>
              </a:rPr>
              <a:t>€</a:t>
            </a:r>
          </a:p>
        </p:txBody>
      </p:sp>
      <p:sp>
        <p:nvSpPr>
          <p:cNvPr id="23" name="Shape 23"/>
          <p:cNvSpPr/>
          <p:nvPr/>
        </p:nvSpPr>
        <p:spPr>
          <a:xfrm>
            <a:off x="8812175" y="313544"/>
            <a:ext cx="505296" cy="649408"/>
          </a:xfrm>
          <a:prstGeom prst="rect">
            <a:avLst/>
          </a:prstGeom>
        </p:spPr>
        <p:txBody>
          <a:bodyPr>
            <a:prstTxWarp prst="textPlain"/>
          </a:bodyPr>
          <a:lstStyle/>
          <a:p>
            <a:pPr lvl="0" algn="ctr"/>
            <a:r>
              <a:rPr b="0" i="0">
                <a:ln>
                  <a:noFill/>
                </a:ln>
                <a:solidFill>
                  <a:srgbClr val="00FFFF">
                    <a:alpha val="13460"/>
                  </a:srgbClr>
                </a:solidFill>
                <a:latin typeface="Abril Fatface"/>
              </a:rPr>
              <a:t>9</a:t>
            </a:r>
          </a:p>
        </p:txBody>
      </p:sp>
      <p:sp>
        <p:nvSpPr>
          <p:cNvPr id="24" name="Shape 24"/>
          <p:cNvSpPr/>
          <p:nvPr/>
        </p:nvSpPr>
        <p:spPr>
          <a:xfrm>
            <a:off x="7486177" y="4101248"/>
            <a:ext cx="218856" cy="338538"/>
          </a:xfrm>
          <a:prstGeom prst="rect">
            <a:avLst/>
          </a:prstGeom>
        </p:spPr>
        <p:txBody>
          <a:bodyPr>
            <a:prstTxWarp prst="textPlain"/>
          </a:bodyPr>
          <a:lstStyle/>
          <a:p>
            <a:pPr lvl="0" algn="ctr"/>
            <a:r>
              <a:rPr b="0" i="0">
                <a:ln>
                  <a:noFill/>
                </a:ln>
                <a:solidFill>
                  <a:srgbClr val="00BFC9">
                    <a:alpha val="45000"/>
                  </a:srgbClr>
                </a:solidFill>
                <a:latin typeface="Abril Fatface"/>
              </a:rPr>
              <a:t>7</a:t>
            </a:r>
          </a:p>
        </p:txBody>
      </p:sp>
      <p:sp>
        <p:nvSpPr>
          <p:cNvPr id="25" name="Shape 25"/>
          <p:cNvSpPr/>
          <p:nvPr/>
        </p:nvSpPr>
        <p:spPr>
          <a:xfrm>
            <a:off x="6980299" y="-88162"/>
            <a:ext cx="707299" cy="1056470"/>
          </a:xfrm>
          <a:prstGeom prst="rect">
            <a:avLst/>
          </a:prstGeom>
        </p:spPr>
        <p:txBody>
          <a:bodyPr>
            <a:prstTxWarp prst="textPlain"/>
          </a:bodyPr>
          <a:lstStyle/>
          <a:p>
            <a:pPr lvl="0" algn="ctr"/>
            <a:r>
              <a:rPr b="1" i="0">
                <a:ln>
                  <a:noFill/>
                </a:ln>
                <a:solidFill>
                  <a:srgbClr val="00BFC9">
                    <a:alpha val="45000"/>
                  </a:srgbClr>
                </a:solidFill>
                <a:latin typeface="Montserrat"/>
              </a:rPr>
              <a:t>$</a:t>
            </a:r>
          </a:p>
        </p:txBody>
      </p:sp>
      <p:sp>
        <p:nvSpPr>
          <p:cNvPr id="26" name="Shape 26"/>
          <p:cNvSpPr/>
          <p:nvPr/>
        </p:nvSpPr>
        <p:spPr>
          <a:xfrm>
            <a:off x="8353587" y="325841"/>
            <a:ext cx="315619" cy="436344"/>
          </a:xfrm>
          <a:prstGeom prst="rect">
            <a:avLst/>
          </a:prstGeom>
        </p:spPr>
        <p:txBody>
          <a:bodyPr>
            <a:prstTxWarp prst="textPlain"/>
          </a:bodyPr>
          <a:lstStyle/>
          <a:p>
            <a:pPr lvl="0" algn="ctr"/>
            <a:r>
              <a:rPr b="0" i="0">
                <a:ln>
                  <a:noFill/>
                </a:ln>
                <a:solidFill>
                  <a:srgbClr val="00FFFF">
                    <a:alpha val="13460"/>
                  </a:srgbClr>
                </a:solidFill>
                <a:latin typeface="Abril Fatface"/>
              </a:rPr>
              <a:t>£</a:t>
            </a:r>
          </a:p>
        </p:txBody>
      </p:sp>
      <p:sp>
        <p:nvSpPr>
          <p:cNvPr id="27" name="Shape 27"/>
          <p:cNvSpPr/>
          <p:nvPr/>
        </p:nvSpPr>
        <p:spPr>
          <a:xfrm>
            <a:off x="7687615" y="916471"/>
            <a:ext cx="245358" cy="453113"/>
          </a:xfrm>
          <a:prstGeom prst="rect">
            <a:avLst/>
          </a:prstGeom>
        </p:spPr>
        <p:txBody>
          <a:bodyPr>
            <a:prstTxWarp prst="textPlain"/>
          </a:bodyPr>
          <a:lstStyle/>
          <a:p>
            <a:pPr lvl="0" algn="ctr"/>
            <a:r>
              <a:rPr b="0" i="0">
                <a:ln>
                  <a:noFill/>
                </a:ln>
                <a:solidFill>
                  <a:srgbClr val="00BFC9">
                    <a:alpha val="45000"/>
                  </a:srgbClr>
                </a:solidFill>
                <a:latin typeface="Abril Fatface"/>
              </a:rPr>
              <a:t>1</a:t>
            </a:r>
          </a:p>
        </p:txBody>
      </p:sp>
      <p:sp>
        <p:nvSpPr>
          <p:cNvPr id="28" name="Shape 28"/>
          <p:cNvSpPr/>
          <p:nvPr/>
        </p:nvSpPr>
        <p:spPr>
          <a:xfrm>
            <a:off x="8637153" y="2924174"/>
            <a:ext cx="816947" cy="1106133"/>
          </a:xfrm>
          <a:prstGeom prst="rect">
            <a:avLst/>
          </a:prstGeom>
        </p:spPr>
        <p:txBody>
          <a:bodyPr>
            <a:prstTxWarp prst="textPlain"/>
          </a:bodyPr>
          <a:lstStyle/>
          <a:p>
            <a:pPr lvl="0" algn="ctr"/>
            <a:r>
              <a:rPr b="1" i="0">
                <a:ln>
                  <a:noFill/>
                </a:ln>
                <a:solidFill>
                  <a:srgbClr val="00FFFF">
                    <a:alpha val="13460"/>
                  </a:srgbClr>
                </a:solidFill>
                <a:latin typeface="Montserrat"/>
              </a:rPr>
              <a:t>8</a:t>
            </a:r>
          </a:p>
        </p:txBody>
      </p:sp>
      <p:sp>
        <p:nvSpPr>
          <p:cNvPr id="29" name="Shape 29"/>
          <p:cNvSpPr/>
          <p:nvPr/>
        </p:nvSpPr>
        <p:spPr>
          <a:xfrm rot="-5400000">
            <a:off x="6839999" y="4568068"/>
            <a:ext cx="416999" cy="328499"/>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30" name="Shape 30"/>
          <p:cNvSpPr/>
          <p:nvPr/>
        </p:nvSpPr>
        <p:spPr>
          <a:xfrm rot="5400000">
            <a:off x="6496124" y="-12474"/>
            <a:ext cx="589800" cy="407100"/>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31" name="Shape 31"/>
          <p:cNvSpPr/>
          <p:nvPr/>
        </p:nvSpPr>
        <p:spPr>
          <a:xfrm>
            <a:off x="8208235" y="3375181"/>
            <a:ext cx="218854" cy="309864"/>
          </a:xfrm>
          <a:prstGeom prst="rect">
            <a:avLst/>
          </a:prstGeom>
        </p:spPr>
        <p:txBody>
          <a:bodyPr>
            <a:prstTxWarp prst="textPlain"/>
          </a:bodyPr>
          <a:lstStyle/>
          <a:p>
            <a:pPr lvl="0" algn="ctr"/>
            <a:r>
              <a:rPr b="1" i="0">
                <a:ln>
                  <a:noFill/>
                </a:ln>
                <a:solidFill>
                  <a:srgbClr val="6AA84F"/>
                </a:solidFill>
                <a:latin typeface="Montserrat"/>
              </a:rPr>
              <a:t>2</a:t>
            </a:r>
          </a:p>
        </p:txBody>
      </p:sp>
      <p:sp>
        <p:nvSpPr>
          <p:cNvPr id="32" name="Shape 32"/>
          <p:cNvSpPr/>
          <p:nvPr/>
        </p:nvSpPr>
        <p:spPr>
          <a:xfrm>
            <a:off x="8013853" y="659316"/>
            <a:ext cx="258850" cy="308993"/>
          </a:xfrm>
          <a:prstGeom prst="rect">
            <a:avLst/>
          </a:prstGeom>
        </p:spPr>
        <p:txBody>
          <a:bodyPr>
            <a:prstTxWarp prst="textPlain"/>
          </a:bodyPr>
          <a:lstStyle/>
          <a:p>
            <a:pPr lvl="0" algn="ctr"/>
            <a:r>
              <a:rPr b="0" i="0">
                <a:ln>
                  <a:noFill/>
                </a:ln>
                <a:solidFill>
                  <a:srgbClr val="6AA84F"/>
                </a:solidFill>
                <a:latin typeface="Abril Fatface"/>
              </a:rPr>
              <a:t>0</a:t>
            </a:r>
          </a:p>
        </p:txBody>
      </p:sp>
      <p:sp>
        <p:nvSpPr>
          <p:cNvPr id="33" name="Shape 33"/>
          <p:cNvSpPr/>
          <p:nvPr/>
        </p:nvSpPr>
        <p:spPr>
          <a:xfrm>
            <a:off x="7828438" y="4163755"/>
            <a:ext cx="206506" cy="213544"/>
          </a:xfrm>
          <a:prstGeom prst="rect">
            <a:avLst/>
          </a:prstGeom>
        </p:spPr>
        <p:txBody>
          <a:bodyPr>
            <a:prstTxWarp prst="textPlain"/>
          </a:bodyPr>
          <a:lstStyle/>
          <a:p>
            <a:pPr lvl="0" algn="ctr"/>
            <a:r>
              <a:rPr b="1" i="0">
                <a:ln>
                  <a:noFill/>
                </a:ln>
                <a:solidFill>
                  <a:srgbClr val="6AA84F"/>
                </a:solidFill>
                <a:latin typeface="Montserrat"/>
              </a:rPr>
              <a:t>¥</a:t>
            </a:r>
          </a:p>
        </p:txBody>
      </p:sp>
      <p:sp>
        <p:nvSpPr>
          <p:cNvPr id="34" name="Shape 34"/>
          <p:cNvSpPr/>
          <p:nvPr/>
        </p:nvSpPr>
        <p:spPr>
          <a:xfrm>
            <a:off x="8003439" y="1292796"/>
            <a:ext cx="172864" cy="211167"/>
          </a:xfrm>
          <a:prstGeom prst="rect">
            <a:avLst/>
          </a:prstGeom>
        </p:spPr>
        <p:txBody>
          <a:bodyPr>
            <a:prstTxWarp prst="textPlain"/>
          </a:bodyPr>
          <a:lstStyle/>
          <a:p>
            <a:pPr lvl="0" algn="ctr"/>
            <a:r>
              <a:rPr b="0" i="0">
                <a:ln>
                  <a:noFill/>
                </a:ln>
                <a:solidFill>
                  <a:srgbClr val="00FFFF">
                    <a:alpha val="13460"/>
                  </a:srgbClr>
                </a:solidFill>
                <a:latin typeface="Abril Fatface"/>
              </a:rPr>
              <a:t>4</a:t>
            </a:r>
          </a:p>
        </p:txBody>
      </p:sp>
      <p:sp>
        <p:nvSpPr>
          <p:cNvPr id="35" name="Shape 35"/>
          <p:cNvSpPr/>
          <p:nvPr/>
        </p:nvSpPr>
        <p:spPr>
          <a:xfrm>
            <a:off x="7939495" y="-95340"/>
            <a:ext cx="476420" cy="661141"/>
          </a:xfrm>
          <a:prstGeom prst="rect">
            <a:avLst/>
          </a:prstGeom>
        </p:spPr>
        <p:txBody>
          <a:bodyPr>
            <a:prstTxWarp prst="textPlain"/>
          </a:bodyPr>
          <a:lstStyle/>
          <a:p>
            <a:pPr lvl="0" algn="ctr"/>
            <a:r>
              <a:rPr b="1" i="0">
                <a:ln>
                  <a:noFill/>
                </a:ln>
                <a:solidFill>
                  <a:srgbClr val="00FFFF">
                    <a:alpha val="13460"/>
                  </a:srgbClr>
                </a:solidFill>
                <a:latin typeface="Montserrat"/>
              </a:rPr>
              <a:t>6</a:t>
            </a:r>
          </a:p>
        </p:txBody>
      </p:sp>
      <p:sp>
        <p:nvSpPr>
          <p:cNvPr id="36" name="Shape 36"/>
          <p:cNvSpPr/>
          <p:nvPr/>
        </p:nvSpPr>
        <p:spPr>
          <a:xfrm>
            <a:off x="7709339" y="156126"/>
            <a:ext cx="64052" cy="158204"/>
          </a:xfrm>
          <a:prstGeom prst="rect">
            <a:avLst/>
          </a:prstGeom>
        </p:spPr>
        <p:txBody>
          <a:bodyPr>
            <a:prstTxWarp prst="textPlain"/>
          </a:bodyPr>
          <a:lstStyle/>
          <a:p>
            <a:pPr lvl="0" algn="ctr"/>
            <a:r>
              <a:rPr b="1" i="0">
                <a:ln>
                  <a:noFill/>
                </a:ln>
                <a:solidFill>
                  <a:srgbClr val="6AA84F"/>
                </a:solidFill>
                <a:latin typeface="Montserrat"/>
              </a:rPr>
              <a:t>1</a:t>
            </a:r>
          </a:p>
        </p:txBody>
      </p:sp>
      <p:sp>
        <p:nvSpPr>
          <p:cNvPr id="37" name="Shape 37"/>
          <p:cNvSpPr/>
          <p:nvPr/>
        </p:nvSpPr>
        <p:spPr>
          <a:xfrm>
            <a:off x="9017901" y="4284543"/>
            <a:ext cx="121390" cy="166375"/>
          </a:xfrm>
          <a:prstGeom prst="rect">
            <a:avLst/>
          </a:prstGeom>
        </p:spPr>
        <p:txBody>
          <a:bodyPr>
            <a:prstTxWarp prst="textPlain"/>
          </a:bodyPr>
          <a:lstStyle/>
          <a:p>
            <a:pPr lvl="0" algn="ctr"/>
            <a:r>
              <a:rPr b="1" i="0">
                <a:ln>
                  <a:noFill/>
                </a:ln>
                <a:solidFill>
                  <a:srgbClr val="6AA84F"/>
                </a:solidFill>
                <a:latin typeface="Montserrat"/>
              </a:rPr>
              <a:t>4</a:t>
            </a:r>
          </a:p>
        </p:txBody>
      </p:sp>
      <p:sp>
        <p:nvSpPr>
          <p:cNvPr id="38" name="Shape 38"/>
          <p:cNvSpPr/>
          <p:nvPr/>
        </p:nvSpPr>
        <p:spPr>
          <a:xfrm>
            <a:off x="8736528" y="68643"/>
            <a:ext cx="172851" cy="251572"/>
          </a:xfrm>
          <a:prstGeom prst="rect">
            <a:avLst/>
          </a:prstGeom>
        </p:spPr>
        <p:txBody>
          <a:bodyPr>
            <a:prstTxWarp prst="textPlain"/>
          </a:bodyPr>
          <a:lstStyle/>
          <a:p>
            <a:pPr lvl="0" algn="ctr"/>
            <a:r>
              <a:rPr b="0" i="0">
                <a:ln>
                  <a:noFill/>
                </a:ln>
                <a:solidFill>
                  <a:srgbClr val="6AA84F"/>
                </a:solidFill>
                <a:latin typeface="Abril Fatface"/>
              </a:rPr>
              <a:t>5</a:t>
            </a:r>
          </a:p>
        </p:txBody>
      </p:sp>
      <p:sp>
        <p:nvSpPr>
          <p:cNvPr id="39" name="Shape 39"/>
          <p:cNvSpPr/>
          <p:nvPr/>
        </p:nvSpPr>
        <p:spPr>
          <a:xfrm>
            <a:off x="9053841" y="1122373"/>
            <a:ext cx="172852" cy="222145"/>
          </a:xfrm>
          <a:prstGeom prst="rect">
            <a:avLst/>
          </a:prstGeom>
        </p:spPr>
        <p:txBody>
          <a:bodyPr>
            <a:prstTxWarp prst="textPlain"/>
          </a:bodyPr>
          <a:lstStyle/>
          <a:p>
            <a:pPr lvl="0" algn="ctr"/>
            <a:r>
              <a:rPr b="0" i="0">
                <a:ln>
                  <a:noFill/>
                </a:ln>
                <a:solidFill>
                  <a:srgbClr val="6AA84F"/>
                </a:solidFill>
                <a:latin typeface="Abril Fatface"/>
              </a:rPr>
              <a:t>8</a:t>
            </a:r>
          </a:p>
        </p:txBody>
      </p:sp>
      <p:sp>
        <p:nvSpPr>
          <p:cNvPr id="40" name="Shape 40"/>
          <p:cNvSpPr txBox="1"/>
          <p:nvPr>
            <p:ph type="ctrTitle"/>
          </p:nvPr>
        </p:nvSpPr>
        <p:spPr>
          <a:xfrm>
            <a:off x="1661700" y="1991825"/>
            <a:ext cx="5820599" cy="1159799"/>
          </a:xfrm>
          <a:prstGeom prst="rect">
            <a:avLst/>
          </a:prstGeom>
        </p:spPr>
        <p:txBody>
          <a:bodyPr anchorCtr="0" anchor="ctr" bIns="91425" lIns="91425" rIns="91425" wrap="square" tIns="91425"/>
          <a:lstStyle>
            <a:lvl1pPr lvl="0" algn="ctr">
              <a:spcBef>
                <a:spcPts val="0"/>
              </a:spcBef>
              <a:buClr>
                <a:srgbClr val="EFEFEF"/>
              </a:buClr>
              <a:buSzPct val="100000"/>
              <a:defRPr sz="4800">
                <a:solidFill>
                  <a:srgbClr val="EFEFEF"/>
                </a:solidFill>
              </a:defRPr>
            </a:lvl1pPr>
            <a:lvl2pPr lvl="1" algn="ctr">
              <a:spcBef>
                <a:spcPts val="0"/>
              </a:spcBef>
              <a:buClr>
                <a:srgbClr val="EFEFEF"/>
              </a:buClr>
              <a:buSzPct val="100000"/>
              <a:defRPr sz="4800">
                <a:solidFill>
                  <a:srgbClr val="EFEFEF"/>
                </a:solidFill>
              </a:defRPr>
            </a:lvl2pPr>
            <a:lvl3pPr lvl="2" algn="ctr">
              <a:spcBef>
                <a:spcPts val="0"/>
              </a:spcBef>
              <a:buClr>
                <a:srgbClr val="EFEFEF"/>
              </a:buClr>
              <a:buSzPct val="100000"/>
              <a:defRPr sz="4800">
                <a:solidFill>
                  <a:srgbClr val="EFEFEF"/>
                </a:solidFill>
              </a:defRPr>
            </a:lvl3pPr>
            <a:lvl4pPr lvl="3" algn="ctr">
              <a:spcBef>
                <a:spcPts val="0"/>
              </a:spcBef>
              <a:buClr>
                <a:srgbClr val="EFEFEF"/>
              </a:buClr>
              <a:buSzPct val="100000"/>
              <a:defRPr sz="4800">
                <a:solidFill>
                  <a:srgbClr val="EFEFEF"/>
                </a:solidFill>
              </a:defRPr>
            </a:lvl4pPr>
            <a:lvl5pPr lvl="4" algn="ctr">
              <a:spcBef>
                <a:spcPts val="0"/>
              </a:spcBef>
              <a:buClr>
                <a:srgbClr val="EFEFEF"/>
              </a:buClr>
              <a:buSzPct val="100000"/>
              <a:defRPr sz="4800">
                <a:solidFill>
                  <a:srgbClr val="EFEFEF"/>
                </a:solidFill>
              </a:defRPr>
            </a:lvl5pPr>
            <a:lvl6pPr lvl="5" algn="ctr">
              <a:spcBef>
                <a:spcPts val="0"/>
              </a:spcBef>
              <a:buClr>
                <a:srgbClr val="EFEFEF"/>
              </a:buClr>
              <a:buSzPct val="100000"/>
              <a:defRPr sz="4800">
                <a:solidFill>
                  <a:srgbClr val="EFEFEF"/>
                </a:solidFill>
              </a:defRPr>
            </a:lvl6pPr>
            <a:lvl7pPr lvl="6" algn="ctr">
              <a:spcBef>
                <a:spcPts val="0"/>
              </a:spcBef>
              <a:buClr>
                <a:srgbClr val="EFEFEF"/>
              </a:buClr>
              <a:buSzPct val="100000"/>
              <a:defRPr sz="4800">
                <a:solidFill>
                  <a:srgbClr val="EFEFEF"/>
                </a:solidFill>
              </a:defRPr>
            </a:lvl7pPr>
            <a:lvl8pPr lvl="7" algn="ctr">
              <a:spcBef>
                <a:spcPts val="0"/>
              </a:spcBef>
              <a:buClr>
                <a:srgbClr val="EFEFEF"/>
              </a:buClr>
              <a:buSzPct val="100000"/>
              <a:defRPr sz="4800">
                <a:solidFill>
                  <a:srgbClr val="EFEFEF"/>
                </a:solidFill>
              </a:defRPr>
            </a:lvl8pPr>
            <a:lvl9pPr lvl="8" algn="ctr">
              <a:spcBef>
                <a:spcPts val="0"/>
              </a:spcBef>
              <a:buClr>
                <a:srgbClr val="EFEFEF"/>
              </a:buClr>
              <a:buSzPct val="100000"/>
              <a:defRPr sz="4800">
                <a:solidFill>
                  <a:srgbClr val="EFEFEF"/>
                </a:solidFill>
              </a:defRPr>
            </a:lvl9pPr>
          </a:lstStyle>
          <a:p/>
        </p:txBody>
      </p:sp>
      <p:sp>
        <p:nvSpPr>
          <p:cNvPr id="41" name="Shape 41"/>
          <p:cNvSpPr/>
          <p:nvPr/>
        </p:nvSpPr>
        <p:spPr>
          <a:xfrm>
            <a:off x="240789" y="-249877"/>
            <a:ext cx="1325150" cy="1838954"/>
          </a:xfrm>
          <a:prstGeom prst="rect">
            <a:avLst/>
          </a:prstGeom>
        </p:spPr>
        <p:txBody>
          <a:bodyPr>
            <a:prstTxWarp prst="textPlain"/>
          </a:bodyPr>
          <a:lstStyle/>
          <a:p>
            <a:pPr lvl="0" algn="ctr"/>
            <a:r>
              <a:rPr b="1" i="0">
                <a:ln>
                  <a:noFill/>
                </a:ln>
                <a:solidFill>
                  <a:srgbClr val="00BFC9">
                    <a:alpha val="45000"/>
                  </a:srgbClr>
                </a:solidFill>
                <a:latin typeface="Montserrat"/>
              </a:rPr>
              <a:t>6</a:t>
            </a:r>
          </a:p>
        </p:txBody>
      </p:sp>
      <p:sp>
        <p:nvSpPr>
          <p:cNvPr id="42" name="Shape 42"/>
          <p:cNvSpPr/>
          <p:nvPr/>
        </p:nvSpPr>
        <p:spPr>
          <a:xfrm>
            <a:off x="1462668" y="359548"/>
            <a:ext cx="684177" cy="835806"/>
          </a:xfrm>
          <a:prstGeom prst="rect">
            <a:avLst/>
          </a:prstGeom>
        </p:spPr>
        <p:txBody>
          <a:bodyPr>
            <a:prstTxWarp prst="textPlain"/>
          </a:bodyPr>
          <a:lstStyle/>
          <a:p>
            <a:pPr lvl="0" algn="ctr"/>
            <a:r>
              <a:rPr b="0" i="0">
                <a:ln>
                  <a:noFill/>
                </a:ln>
                <a:solidFill>
                  <a:srgbClr val="00BFC9">
                    <a:alpha val="45000"/>
                  </a:srgbClr>
                </a:solidFill>
                <a:latin typeface="Abril Fatface"/>
              </a:rPr>
              <a:t>4</a:t>
            </a:r>
          </a:p>
        </p:txBody>
      </p:sp>
      <p:sp>
        <p:nvSpPr>
          <p:cNvPr id="43" name="Shape 43"/>
          <p:cNvSpPr/>
          <p:nvPr/>
        </p:nvSpPr>
        <p:spPr>
          <a:xfrm>
            <a:off x="-145672" y="1499254"/>
            <a:ext cx="545850" cy="815317"/>
          </a:xfrm>
          <a:prstGeom prst="rect">
            <a:avLst/>
          </a:prstGeom>
        </p:spPr>
        <p:txBody>
          <a:bodyPr>
            <a:prstTxWarp prst="textPlain"/>
          </a:bodyPr>
          <a:lstStyle/>
          <a:p>
            <a:pPr lvl="0" algn="ctr"/>
            <a:r>
              <a:rPr b="1" i="0">
                <a:ln>
                  <a:noFill/>
                </a:ln>
                <a:solidFill>
                  <a:srgbClr val="00FFFF">
                    <a:alpha val="13460"/>
                  </a:srgbClr>
                </a:solidFill>
                <a:latin typeface="Montserrat"/>
              </a:rPr>
              <a:t>$</a:t>
            </a:r>
          </a:p>
        </p:txBody>
      </p:sp>
      <p:sp>
        <p:nvSpPr>
          <p:cNvPr id="44" name="Shape 44"/>
          <p:cNvSpPr/>
          <p:nvPr/>
        </p:nvSpPr>
        <p:spPr>
          <a:xfrm>
            <a:off x="468639" y="3330899"/>
            <a:ext cx="596300" cy="711807"/>
          </a:xfrm>
          <a:prstGeom prst="rect">
            <a:avLst/>
          </a:prstGeom>
        </p:spPr>
        <p:txBody>
          <a:bodyPr>
            <a:prstTxWarp prst="textPlain"/>
          </a:bodyPr>
          <a:lstStyle/>
          <a:p>
            <a:pPr lvl="0" algn="ctr"/>
            <a:r>
              <a:rPr b="0" i="0">
                <a:ln>
                  <a:noFill/>
                </a:ln>
                <a:solidFill>
                  <a:srgbClr val="00FFFF">
                    <a:alpha val="13460"/>
                  </a:srgbClr>
                </a:solidFill>
                <a:latin typeface="Abril Fatface"/>
              </a:rPr>
              <a:t>0</a:t>
            </a:r>
          </a:p>
        </p:txBody>
      </p:sp>
      <p:sp>
        <p:nvSpPr>
          <p:cNvPr id="45" name="Shape 45"/>
          <p:cNvSpPr/>
          <p:nvPr/>
        </p:nvSpPr>
        <p:spPr>
          <a:xfrm>
            <a:off x="2715923" y="4728432"/>
            <a:ext cx="422822" cy="543417"/>
          </a:xfrm>
          <a:prstGeom prst="rect">
            <a:avLst/>
          </a:prstGeom>
        </p:spPr>
        <p:txBody>
          <a:bodyPr>
            <a:prstTxWarp prst="textPlain"/>
          </a:bodyPr>
          <a:lstStyle/>
          <a:p>
            <a:pPr lvl="0" algn="ctr"/>
            <a:r>
              <a:rPr b="0" i="0">
                <a:ln>
                  <a:noFill/>
                </a:ln>
                <a:solidFill>
                  <a:srgbClr val="00BFC9">
                    <a:alpha val="45000"/>
                  </a:srgbClr>
                </a:solidFill>
                <a:latin typeface="Abril Fatface"/>
              </a:rPr>
              <a:t>8</a:t>
            </a:r>
          </a:p>
        </p:txBody>
      </p:sp>
      <p:sp>
        <p:nvSpPr>
          <p:cNvPr id="46" name="Shape 46"/>
          <p:cNvSpPr/>
          <p:nvPr/>
        </p:nvSpPr>
        <p:spPr>
          <a:xfrm>
            <a:off x="857003" y="4218045"/>
            <a:ext cx="948321" cy="1017280"/>
          </a:xfrm>
          <a:prstGeom prst="rect">
            <a:avLst/>
          </a:prstGeom>
        </p:spPr>
        <p:txBody>
          <a:bodyPr>
            <a:prstTxWarp prst="textPlain"/>
          </a:bodyPr>
          <a:lstStyle/>
          <a:p>
            <a:pPr lvl="0" algn="ctr"/>
            <a:r>
              <a:rPr b="1" i="0">
                <a:ln>
                  <a:noFill/>
                </a:ln>
                <a:solidFill>
                  <a:srgbClr val="00BFC9">
                    <a:alpha val="45000"/>
                  </a:srgbClr>
                </a:solidFill>
                <a:latin typeface="Montserrat"/>
              </a:rPr>
              <a:t>€</a:t>
            </a:r>
          </a:p>
        </p:txBody>
      </p:sp>
      <p:sp>
        <p:nvSpPr>
          <p:cNvPr id="47" name="Shape 47"/>
          <p:cNvSpPr/>
          <p:nvPr/>
        </p:nvSpPr>
        <p:spPr>
          <a:xfrm>
            <a:off x="6477124" y="659323"/>
            <a:ext cx="375994" cy="418412"/>
          </a:xfrm>
          <a:prstGeom prst="rect">
            <a:avLst/>
          </a:prstGeom>
        </p:spPr>
        <p:txBody>
          <a:bodyPr>
            <a:prstTxWarp prst="textPlain"/>
          </a:bodyPr>
          <a:lstStyle/>
          <a:p>
            <a:pPr lvl="0" algn="ctr"/>
            <a:r>
              <a:rPr b="0" i="0">
                <a:ln>
                  <a:noFill/>
                </a:ln>
                <a:solidFill>
                  <a:srgbClr val="00FFFF">
                    <a:alpha val="13460"/>
                  </a:srgbClr>
                </a:solidFill>
                <a:latin typeface="Abril Fatface"/>
              </a:rPr>
              <a:t>¥</a:t>
            </a:r>
          </a:p>
        </p:txBody>
      </p:sp>
      <p:sp>
        <p:nvSpPr>
          <p:cNvPr id="48" name="Shape 48"/>
          <p:cNvSpPr/>
          <p:nvPr/>
        </p:nvSpPr>
        <p:spPr>
          <a:xfrm>
            <a:off x="2001207" y="4048123"/>
            <a:ext cx="340184" cy="496651"/>
          </a:xfrm>
          <a:prstGeom prst="rect">
            <a:avLst/>
          </a:prstGeom>
        </p:spPr>
        <p:txBody>
          <a:bodyPr>
            <a:prstTxWarp prst="textPlain"/>
          </a:bodyPr>
          <a:lstStyle/>
          <a:p>
            <a:pPr lvl="0" algn="ctr"/>
            <a:r>
              <a:rPr b="0" i="0">
                <a:ln>
                  <a:noFill/>
                </a:ln>
                <a:solidFill>
                  <a:srgbClr val="00BFC9">
                    <a:alpha val="45000"/>
                  </a:srgbClr>
                </a:solidFill>
                <a:latin typeface="Abril Fatface"/>
              </a:rPr>
              <a:t>2</a:t>
            </a:r>
          </a:p>
        </p:txBody>
      </p:sp>
      <p:sp>
        <p:nvSpPr>
          <p:cNvPr id="49" name="Shape 49"/>
          <p:cNvSpPr/>
          <p:nvPr/>
        </p:nvSpPr>
        <p:spPr>
          <a:xfrm>
            <a:off x="-202824" y="3641301"/>
            <a:ext cx="863937" cy="1198949"/>
          </a:xfrm>
          <a:prstGeom prst="rect">
            <a:avLst/>
          </a:prstGeom>
        </p:spPr>
        <p:txBody>
          <a:bodyPr>
            <a:prstTxWarp prst="textPlain"/>
          </a:bodyPr>
          <a:lstStyle/>
          <a:p>
            <a:pPr lvl="0" algn="ctr"/>
            <a:r>
              <a:rPr b="1" i="0">
                <a:ln>
                  <a:noFill/>
                </a:ln>
                <a:solidFill>
                  <a:srgbClr val="00FFFF">
                    <a:alpha val="13460"/>
                  </a:srgbClr>
                </a:solidFill>
                <a:latin typeface="Montserrat"/>
              </a:rPr>
              <a:t>9</a:t>
            </a:r>
          </a:p>
        </p:txBody>
      </p:sp>
      <p:sp>
        <p:nvSpPr>
          <p:cNvPr id="50" name="Shape 50"/>
          <p:cNvSpPr/>
          <p:nvPr/>
        </p:nvSpPr>
        <p:spPr>
          <a:xfrm rot="-5400000">
            <a:off x="1953572" y="-64892"/>
            <a:ext cx="756299" cy="595799"/>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51" name="Shape 51"/>
          <p:cNvSpPr/>
          <p:nvPr/>
        </p:nvSpPr>
        <p:spPr>
          <a:xfrm rot="5400000">
            <a:off x="2309285" y="4286696"/>
            <a:ext cx="746699" cy="515100"/>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52" name="Shape 52"/>
          <p:cNvSpPr/>
          <p:nvPr/>
        </p:nvSpPr>
        <p:spPr>
          <a:xfrm>
            <a:off x="909495" y="3809336"/>
            <a:ext cx="234870" cy="332106"/>
          </a:xfrm>
          <a:prstGeom prst="rect">
            <a:avLst/>
          </a:prstGeom>
        </p:spPr>
        <p:txBody>
          <a:bodyPr>
            <a:prstTxWarp prst="textPlain"/>
          </a:bodyPr>
          <a:lstStyle/>
          <a:p>
            <a:pPr lvl="0" algn="ctr"/>
            <a:r>
              <a:rPr b="1" i="0">
                <a:ln>
                  <a:noFill/>
                </a:ln>
                <a:solidFill>
                  <a:srgbClr val="6AA84F"/>
                </a:solidFill>
                <a:latin typeface="Montserrat"/>
              </a:rPr>
              <a:t>3</a:t>
            </a:r>
          </a:p>
        </p:txBody>
      </p:sp>
      <p:sp>
        <p:nvSpPr>
          <p:cNvPr id="53" name="Shape 53"/>
          <p:cNvSpPr/>
          <p:nvPr/>
        </p:nvSpPr>
        <p:spPr>
          <a:xfrm>
            <a:off x="180514" y="977225"/>
            <a:ext cx="178752" cy="330110"/>
          </a:xfrm>
          <a:prstGeom prst="rect">
            <a:avLst/>
          </a:prstGeom>
        </p:spPr>
        <p:txBody>
          <a:bodyPr>
            <a:prstTxWarp prst="textPlain"/>
          </a:bodyPr>
          <a:lstStyle/>
          <a:p>
            <a:pPr lvl="0" algn="ctr"/>
            <a:r>
              <a:rPr b="0" i="0">
                <a:ln>
                  <a:noFill/>
                </a:ln>
                <a:solidFill>
                  <a:srgbClr val="6AA84F"/>
                </a:solidFill>
                <a:latin typeface="Abril Fatface"/>
              </a:rPr>
              <a:t>1</a:t>
            </a:r>
          </a:p>
        </p:txBody>
      </p:sp>
      <p:sp>
        <p:nvSpPr>
          <p:cNvPr id="54" name="Shape 54"/>
          <p:cNvSpPr/>
          <p:nvPr/>
        </p:nvSpPr>
        <p:spPr>
          <a:xfrm>
            <a:off x="2001207" y="4738570"/>
            <a:ext cx="172435" cy="245057"/>
          </a:xfrm>
          <a:prstGeom prst="rect">
            <a:avLst/>
          </a:prstGeom>
        </p:spPr>
        <p:txBody>
          <a:bodyPr>
            <a:prstTxWarp prst="textPlain"/>
          </a:bodyPr>
          <a:lstStyle/>
          <a:p>
            <a:pPr lvl="0" algn="ctr"/>
            <a:r>
              <a:rPr b="1" i="0">
                <a:ln>
                  <a:noFill/>
                </a:ln>
                <a:solidFill>
                  <a:srgbClr val="6AA84F"/>
                </a:solidFill>
                <a:latin typeface="Montserrat"/>
              </a:rPr>
              <a:t>£</a:t>
            </a:r>
          </a:p>
        </p:txBody>
      </p:sp>
      <p:sp>
        <p:nvSpPr>
          <p:cNvPr id="55" name="Shape 55"/>
          <p:cNvSpPr/>
          <p:nvPr/>
        </p:nvSpPr>
        <p:spPr>
          <a:xfrm>
            <a:off x="3322800" y="4742227"/>
            <a:ext cx="163349" cy="237740"/>
          </a:xfrm>
          <a:prstGeom prst="rect">
            <a:avLst/>
          </a:prstGeom>
        </p:spPr>
        <p:txBody>
          <a:bodyPr>
            <a:prstTxWarp prst="textPlain"/>
          </a:bodyPr>
          <a:lstStyle/>
          <a:p>
            <a:pPr lvl="0" algn="ctr"/>
            <a:r>
              <a:rPr b="0" i="0">
                <a:ln>
                  <a:noFill/>
                </a:ln>
                <a:solidFill>
                  <a:srgbClr val="00FFFF">
                    <a:alpha val="13460"/>
                  </a:srgbClr>
                </a:solidFill>
                <a:latin typeface="Abril Fatface"/>
              </a:rPr>
              <a:t>5</a:t>
            </a:r>
          </a:p>
        </p:txBody>
      </p:sp>
      <p:sp>
        <p:nvSpPr>
          <p:cNvPr id="56" name="Shape 56"/>
          <p:cNvSpPr/>
          <p:nvPr/>
        </p:nvSpPr>
        <p:spPr>
          <a:xfrm>
            <a:off x="2629622" y="359546"/>
            <a:ext cx="461789" cy="639195"/>
          </a:xfrm>
          <a:prstGeom prst="rect">
            <a:avLst/>
          </a:prstGeom>
        </p:spPr>
        <p:txBody>
          <a:bodyPr>
            <a:prstTxWarp prst="textPlain"/>
          </a:bodyPr>
          <a:lstStyle/>
          <a:p>
            <a:pPr lvl="0" algn="ctr"/>
            <a:r>
              <a:rPr b="1" i="0">
                <a:ln>
                  <a:noFill/>
                </a:ln>
                <a:solidFill>
                  <a:srgbClr val="00FFFF">
                    <a:alpha val="13460"/>
                  </a:srgbClr>
                </a:solidFill>
                <a:latin typeface="Montserrat"/>
              </a:rPr>
              <a:t>7</a:t>
            </a:r>
          </a:p>
        </p:txBody>
      </p:sp>
      <p:sp>
        <p:nvSpPr>
          <p:cNvPr id="57" name="Shape 57"/>
          <p:cNvSpPr/>
          <p:nvPr/>
        </p:nvSpPr>
        <p:spPr>
          <a:xfrm>
            <a:off x="65334" y="101130"/>
            <a:ext cx="123828" cy="175316"/>
          </a:xfrm>
          <a:prstGeom prst="rect">
            <a:avLst/>
          </a:prstGeom>
        </p:spPr>
        <p:txBody>
          <a:bodyPr>
            <a:prstTxWarp prst="textPlain"/>
          </a:bodyPr>
          <a:lstStyle/>
          <a:p>
            <a:pPr lvl="0" algn="ctr"/>
            <a:r>
              <a:rPr b="1" i="0">
                <a:ln>
                  <a:noFill/>
                </a:ln>
                <a:solidFill>
                  <a:srgbClr val="6AA84F"/>
                </a:solidFill>
                <a:latin typeface="Montserrat"/>
              </a:rPr>
              <a:t>2</a:t>
            </a:r>
          </a:p>
        </p:txBody>
      </p:sp>
      <p:sp>
        <p:nvSpPr>
          <p:cNvPr id="58" name="Shape 58"/>
          <p:cNvSpPr/>
          <p:nvPr/>
        </p:nvSpPr>
        <p:spPr>
          <a:xfrm>
            <a:off x="575656" y="4769891"/>
            <a:ext cx="128737" cy="182400"/>
          </a:xfrm>
          <a:prstGeom prst="rect">
            <a:avLst/>
          </a:prstGeom>
        </p:spPr>
        <p:txBody>
          <a:bodyPr>
            <a:prstTxWarp prst="textPlain"/>
          </a:bodyPr>
          <a:lstStyle/>
          <a:p>
            <a:pPr lvl="0" algn="ctr"/>
            <a:r>
              <a:rPr b="1" i="0">
                <a:ln>
                  <a:noFill/>
                </a:ln>
                <a:solidFill>
                  <a:srgbClr val="6AA84F"/>
                </a:solidFill>
                <a:latin typeface="Montserrat"/>
              </a:rPr>
              <a:t>5</a:t>
            </a:r>
          </a:p>
        </p:txBody>
      </p:sp>
      <p:sp>
        <p:nvSpPr>
          <p:cNvPr id="59" name="Shape 59"/>
          <p:cNvSpPr/>
          <p:nvPr/>
        </p:nvSpPr>
        <p:spPr>
          <a:xfrm>
            <a:off x="735784" y="1757712"/>
            <a:ext cx="212661" cy="273304"/>
          </a:xfrm>
          <a:prstGeom prst="rect">
            <a:avLst/>
          </a:prstGeom>
        </p:spPr>
        <p:txBody>
          <a:bodyPr>
            <a:prstTxWarp prst="textPlain"/>
          </a:bodyPr>
          <a:lstStyle/>
          <a:p>
            <a:pPr lvl="0" algn="ctr"/>
            <a:r>
              <a:rPr b="0" i="0">
                <a:ln>
                  <a:noFill/>
                </a:ln>
                <a:solidFill>
                  <a:srgbClr val="6AA84F"/>
                </a:solidFill>
                <a:latin typeface="Abril Fatface"/>
              </a:rPr>
              <a:t>6</a:t>
            </a:r>
          </a:p>
        </p:txBody>
      </p:sp>
      <p:sp>
        <p:nvSpPr>
          <p:cNvPr id="60" name="Shape 60"/>
          <p:cNvSpPr/>
          <p:nvPr/>
        </p:nvSpPr>
        <p:spPr>
          <a:xfrm>
            <a:off x="1617562" y="68451"/>
            <a:ext cx="187263" cy="240664"/>
          </a:xfrm>
          <a:prstGeom prst="rect">
            <a:avLst/>
          </a:prstGeom>
        </p:spPr>
        <p:txBody>
          <a:bodyPr>
            <a:prstTxWarp prst="textPlain"/>
          </a:bodyPr>
          <a:lstStyle/>
          <a:p>
            <a:pPr lvl="0" algn="ctr"/>
            <a:r>
              <a:rPr b="0" i="0">
                <a:ln>
                  <a:noFill/>
                </a:ln>
                <a:solidFill>
                  <a:srgbClr val="6AA84F"/>
                </a:solidFill>
                <a:latin typeface="Abril Fatface"/>
              </a:rPr>
              <a:t>9</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ubtitle">
    <p:bg>
      <p:bgPr>
        <a:solidFill>
          <a:srgbClr val="007074"/>
        </a:solidFill>
      </p:bgPr>
    </p:bg>
    <p:spTree>
      <p:nvGrpSpPr>
        <p:cNvPr id="61" name="Shape 61"/>
        <p:cNvGrpSpPr/>
        <p:nvPr/>
      </p:nvGrpSpPr>
      <p:grpSpPr>
        <a:xfrm>
          <a:off x="0" y="0"/>
          <a:ext cx="0" cy="0"/>
          <a:chOff x="0" y="0"/>
          <a:chExt cx="0" cy="0"/>
        </a:xfrm>
      </p:grpSpPr>
      <p:sp>
        <p:nvSpPr>
          <p:cNvPr id="62" name="Shape 62"/>
          <p:cNvSpPr txBox="1"/>
          <p:nvPr>
            <p:ph type="ctrTitle"/>
          </p:nvPr>
        </p:nvSpPr>
        <p:spPr>
          <a:xfrm>
            <a:off x="685800" y="2726350"/>
            <a:ext cx="5514599" cy="1159799"/>
          </a:xfrm>
          <a:prstGeom prst="rect">
            <a:avLst/>
          </a:prstGeom>
        </p:spPr>
        <p:txBody>
          <a:bodyPr anchorCtr="0" anchor="b" bIns="91425" lIns="91425" rIns="91425" wrap="square" tIns="91425"/>
          <a:lstStyle>
            <a:lvl1pPr lvl="0" rtl="0">
              <a:spcBef>
                <a:spcPts val="0"/>
              </a:spcBef>
              <a:buClr>
                <a:srgbClr val="EFEFEF"/>
              </a:buClr>
              <a:buSzPct val="100000"/>
              <a:defRPr sz="3600">
                <a:solidFill>
                  <a:srgbClr val="EFEFEF"/>
                </a:solidFill>
              </a:defRPr>
            </a:lvl1pPr>
            <a:lvl2pPr lvl="1" rtl="0">
              <a:spcBef>
                <a:spcPts val="0"/>
              </a:spcBef>
              <a:buClr>
                <a:srgbClr val="EFEFEF"/>
              </a:buClr>
              <a:buSzPct val="100000"/>
              <a:defRPr sz="3600">
                <a:solidFill>
                  <a:srgbClr val="EFEFEF"/>
                </a:solidFill>
              </a:defRPr>
            </a:lvl2pPr>
            <a:lvl3pPr lvl="2" rtl="0">
              <a:spcBef>
                <a:spcPts val="0"/>
              </a:spcBef>
              <a:buClr>
                <a:srgbClr val="EFEFEF"/>
              </a:buClr>
              <a:buSzPct val="100000"/>
              <a:defRPr sz="3600">
                <a:solidFill>
                  <a:srgbClr val="EFEFEF"/>
                </a:solidFill>
              </a:defRPr>
            </a:lvl3pPr>
            <a:lvl4pPr lvl="3" rtl="0">
              <a:spcBef>
                <a:spcPts val="0"/>
              </a:spcBef>
              <a:buClr>
                <a:srgbClr val="EFEFEF"/>
              </a:buClr>
              <a:buSzPct val="100000"/>
              <a:defRPr sz="3600">
                <a:solidFill>
                  <a:srgbClr val="EFEFEF"/>
                </a:solidFill>
              </a:defRPr>
            </a:lvl4pPr>
            <a:lvl5pPr lvl="4" rtl="0">
              <a:spcBef>
                <a:spcPts val="0"/>
              </a:spcBef>
              <a:buClr>
                <a:srgbClr val="EFEFEF"/>
              </a:buClr>
              <a:buSzPct val="100000"/>
              <a:defRPr sz="3600">
                <a:solidFill>
                  <a:srgbClr val="EFEFEF"/>
                </a:solidFill>
              </a:defRPr>
            </a:lvl5pPr>
            <a:lvl6pPr lvl="5" rtl="0">
              <a:spcBef>
                <a:spcPts val="0"/>
              </a:spcBef>
              <a:buClr>
                <a:srgbClr val="EFEFEF"/>
              </a:buClr>
              <a:buSzPct val="100000"/>
              <a:defRPr sz="3600">
                <a:solidFill>
                  <a:srgbClr val="EFEFEF"/>
                </a:solidFill>
              </a:defRPr>
            </a:lvl6pPr>
            <a:lvl7pPr lvl="6" rtl="0">
              <a:spcBef>
                <a:spcPts val="0"/>
              </a:spcBef>
              <a:buClr>
                <a:srgbClr val="EFEFEF"/>
              </a:buClr>
              <a:buSzPct val="100000"/>
              <a:defRPr sz="3600">
                <a:solidFill>
                  <a:srgbClr val="EFEFEF"/>
                </a:solidFill>
              </a:defRPr>
            </a:lvl7pPr>
            <a:lvl8pPr lvl="7" rtl="0">
              <a:spcBef>
                <a:spcPts val="0"/>
              </a:spcBef>
              <a:buClr>
                <a:srgbClr val="EFEFEF"/>
              </a:buClr>
              <a:buSzPct val="100000"/>
              <a:defRPr sz="3600">
                <a:solidFill>
                  <a:srgbClr val="EFEFEF"/>
                </a:solidFill>
              </a:defRPr>
            </a:lvl8pPr>
            <a:lvl9pPr lvl="8" rtl="0">
              <a:spcBef>
                <a:spcPts val="0"/>
              </a:spcBef>
              <a:buClr>
                <a:srgbClr val="EFEFEF"/>
              </a:buClr>
              <a:buSzPct val="100000"/>
              <a:defRPr sz="3600">
                <a:solidFill>
                  <a:srgbClr val="EFEFEF"/>
                </a:solidFill>
              </a:defRPr>
            </a:lvl9pPr>
          </a:lstStyle>
          <a:p/>
        </p:txBody>
      </p:sp>
      <p:sp>
        <p:nvSpPr>
          <p:cNvPr id="63" name="Shape 63"/>
          <p:cNvSpPr txBox="1"/>
          <p:nvPr>
            <p:ph idx="1" type="subTitle"/>
          </p:nvPr>
        </p:nvSpPr>
        <p:spPr>
          <a:xfrm>
            <a:off x="685800" y="3983054"/>
            <a:ext cx="5514599" cy="784799"/>
          </a:xfrm>
          <a:prstGeom prst="rect">
            <a:avLst/>
          </a:prstGeom>
        </p:spPr>
        <p:txBody>
          <a:bodyPr anchorCtr="0" anchor="t" bIns="91425" lIns="91425" rIns="91425" wrap="square" tIns="91425"/>
          <a:lstStyle>
            <a:lvl1pPr lvl="0" rtl="0">
              <a:spcBef>
                <a:spcPts val="0"/>
              </a:spcBef>
              <a:buClr>
                <a:srgbClr val="6AA84F"/>
              </a:buClr>
              <a:buSzPct val="100000"/>
              <a:buNone/>
              <a:defRPr sz="1800">
                <a:solidFill>
                  <a:srgbClr val="6AA84F"/>
                </a:solidFill>
              </a:defRPr>
            </a:lvl1pPr>
            <a:lvl2pPr lvl="1" rtl="0">
              <a:spcBef>
                <a:spcPts val="0"/>
              </a:spcBef>
              <a:buClr>
                <a:srgbClr val="6AA84F"/>
              </a:buClr>
              <a:buSzPct val="100000"/>
              <a:buNone/>
              <a:defRPr sz="1800">
                <a:solidFill>
                  <a:srgbClr val="6AA84F"/>
                </a:solidFill>
              </a:defRPr>
            </a:lvl2pPr>
            <a:lvl3pPr lvl="2" rtl="0">
              <a:spcBef>
                <a:spcPts val="0"/>
              </a:spcBef>
              <a:buClr>
                <a:srgbClr val="6AA84F"/>
              </a:buClr>
              <a:buSzPct val="100000"/>
              <a:buNone/>
              <a:defRPr sz="1800">
                <a:solidFill>
                  <a:srgbClr val="6AA84F"/>
                </a:solidFill>
              </a:defRPr>
            </a:lvl3pPr>
            <a:lvl4pPr lvl="3" rtl="0">
              <a:spcBef>
                <a:spcPts val="0"/>
              </a:spcBef>
              <a:buClr>
                <a:srgbClr val="6AA84F"/>
              </a:buClr>
              <a:buSzPct val="100000"/>
              <a:buNone/>
              <a:defRPr sz="1800">
                <a:solidFill>
                  <a:srgbClr val="6AA84F"/>
                </a:solidFill>
              </a:defRPr>
            </a:lvl4pPr>
            <a:lvl5pPr lvl="4" rtl="0">
              <a:spcBef>
                <a:spcPts val="0"/>
              </a:spcBef>
              <a:buClr>
                <a:srgbClr val="6AA84F"/>
              </a:buClr>
              <a:buSzPct val="100000"/>
              <a:buNone/>
              <a:defRPr sz="1800">
                <a:solidFill>
                  <a:srgbClr val="6AA84F"/>
                </a:solidFill>
              </a:defRPr>
            </a:lvl5pPr>
            <a:lvl6pPr lvl="5" rtl="0">
              <a:spcBef>
                <a:spcPts val="0"/>
              </a:spcBef>
              <a:buClr>
                <a:srgbClr val="6AA84F"/>
              </a:buClr>
              <a:buSzPct val="100000"/>
              <a:buNone/>
              <a:defRPr sz="1800">
                <a:solidFill>
                  <a:srgbClr val="6AA84F"/>
                </a:solidFill>
              </a:defRPr>
            </a:lvl6pPr>
            <a:lvl7pPr lvl="6" rtl="0">
              <a:spcBef>
                <a:spcPts val="0"/>
              </a:spcBef>
              <a:buClr>
                <a:srgbClr val="6AA84F"/>
              </a:buClr>
              <a:buSzPct val="100000"/>
              <a:buNone/>
              <a:defRPr sz="1800">
                <a:solidFill>
                  <a:srgbClr val="6AA84F"/>
                </a:solidFill>
              </a:defRPr>
            </a:lvl7pPr>
            <a:lvl8pPr lvl="7" rtl="0">
              <a:spcBef>
                <a:spcPts val="0"/>
              </a:spcBef>
              <a:buClr>
                <a:srgbClr val="6AA84F"/>
              </a:buClr>
              <a:buSzPct val="100000"/>
              <a:buNone/>
              <a:defRPr sz="1800">
                <a:solidFill>
                  <a:srgbClr val="6AA84F"/>
                </a:solidFill>
              </a:defRPr>
            </a:lvl8pPr>
            <a:lvl9pPr lvl="8" rtl="0">
              <a:spcBef>
                <a:spcPts val="0"/>
              </a:spcBef>
              <a:buClr>
                <a:srgbClr val="6AA84F"/>
              </a:buClr>
              <a:buSzPct val="100000"/>
              <a:buNone/>
              <a:defRPr sz="1800">
                <a:solidFill>
                  <a:srgbClr val="6AA84F"/>
                </a:solidFill>
              </a:defRPr>
            </a:lvl9pPr>
          </a:lstStyle>
          <a:p/>
        </p:txBody>
      </p:sp>
      <p:sp>
        <p:nvSpPr>
          <p:cNvPr id="64" name="Shape 64"/>
          <p:cNvSpPr/>
          <p:nvPr/>
        </p:nvSpPr>
        <p:spPr>
          <a:xfrm>
            <a:off x="7123399" y="2945300"/>
            <a:ext cx="1604424" cy="2273250"/>
          </a:xfrm>
          <a:prstGeom prst="rect">
            <a:avLst/>
          </a:prstGeom>
        </p:spPr>
        <p:txBody>
          <a:bodyPr>
            <a:prstTxWarp prst="textPlain"/>
          </a:bodyPr>
          <a:lstStyle/>
          <a:p>
            <a:pPr lvl="0" algn="ctr"/>
            <a:r>
              <a:rPr b="1" i="0">
                <a:ln>
                  <a:noFill/>
                </a:ln>
                <a:solidFill>
                  <a:srgbClr val="00BFC9">
                    <a:alpha val="45000"/>
                  </a:srgbClr>
                </a:solidFill>
                <a:latin typeface="Montserrat"/>
              </a:rPr>
              <a:t>5</a:t>
            </a:r>
          </a:p>
        </p:txBody>
      </p:sp>
      <p:sp>
        <p:nvSpPr>
          <p:cNvPr id="65" name="Shape 65"/>
          <p:cNvSpPr/>
          <p:nvPr/>
        </p:nvSpPr>
        <p:spPr>
          <a:xfrm>
            <a:off x="8411549" y="1666550"/>
            <a:ext cx="774324" cy="1088275"/>
          </a:xfrm>
          <a:prstGeom prst="rect">
            <a:avLst/>
          </a:prstGeom>
        </p:spPr>
        <p:txBody>
          <a:bodyPr>
            <a:prstTxWarp prst="textPlain"/>
          </a:bodyPr>
          <a:lstStyle/>
          <a:p>
            <a:pPr lvl="0" algn="ctr"/>
            <a:r>
              <a:rPr b="0" i="0">
                <a:ln>
                  <a:noFill/>
                </a:ln>
                <a:solidFill>
                  <a:srgbClr val="00BFC9">
                    <a:alpha val="45000"/>
                  </a:srgbClr>
                </a:solidFill>
                <a:latin typeface="Abril Fatface"/>
              </a:rPr>
              <a:t>3</a:t>
            </a:r>
          </a:p>
        </p:txBody>
      </p:sp>
      <p:sp>
        <p:nvSpPr>
          <p:cNvPr id="66" name="Shape 66"/>
          <p:cNvSpPr/>
          <p:nvPr/>
        </p:nvSpPr>
        <p:spPr>
          <a:xfrm>
            <a:off x="6567123" y="2997748"/>
            <a:ext cx="844060" cy="905441"/>
          </a:xfrm>
          <a:prstGeom prst="rect">
            <a:avLst/>
          </a:prstGeom>
        </p:spPr>
        <p:txBody>
          <a:bodyPr>
            <a:prstTxWarp prst="textPlain"/>
          </a:bodyPr>
          <a:lstStyle/>
          <a:p>
            <a:pPr lvl="0" algn="ctr"/>
            <a:r>
              <a:rPr b="1" i="0">
                <a:ln>
                  <a:noFill/>
                </a:ln>
                <a:solidFill>
                  <a:srgbClr val="00FFFF">
                    <a:alpha val="13460"/>
                  </a:srgbClr>
                </a:solidFill>
                <a:latin typeface="Montserrat"/>
              </a:rPr>
              <a:t>€</a:t>
            </a:r>
          </a:p>
        </p:txBody>
      </p:sp>
      <p:sp>
        <p:nvSpPr>
          <p:cNvPr id="67" name="Shape 67"/>
          <p:cNvSpPr/>
          <p:nvPr/>
        </p:nvSpPr>
        <p:spPr>
          <a:xfrm>
            <a:off x="7702425" y="944674"/>
            <a:ext cx="692017" cy="889382"/>
          </a:xfrm>
          <a:prstGeom prst="rect">
            <a:avLst/>
          </a:prstGeom>
        </p:spPr>
        <p:txBody>
          <a:bodyPr>
            <a:prstTxWarp prst="textPlain"/>
          </a:bodyPr>
          <a:lstStyle/>
          <a:p>
            <a:pPr lvl="0" algn="ctr"/>
            <a:r>
              <a:rPr b="0" i="0">
                <a:ln>
                  <a:noFill/>
                </a:ln>
                <a:solidFill>
                  <a:srgbClr val="00FFFF">
                    <a:alpha val="13460"/>
                  </a:srgbClr>
                </a:solidFill>
                <a:latin typeface="Abril Fatface"/>
              </a:rPr>
              <a:t>9</a:t>
            </a:r>
          </a:p>
        </p:txBody>
      </p:sp>
      <p:sp>
        <p:nvSpPr>
          <p:cNvPr id="68" name="Shape 68"/>
          <p:cNvSpPr/>
          <p:nvPr/>
        </p:nvSpPr>
        <p:spPr>
          <a:xfrm>
            <a:off x="8482541" y="3571675"/>
            <a:ext cx="432249" cy="668624"/>
          </a:xfrm>
          <a:prstGeom prst="rect">
            <a:avLst/>
          </a:prstGeom>
        </p:spPr>
        <p:txBody>
          <a:bodyPr>
            <a:prstTxWarp prst="textPlain"/>
          </a:bodyPr>
          <a:lstStyle/>
          <a:p>
            <a:pPr lvl="0" algn="ctr"/>
            <a:r>
              <a:rPr b="0" i="0">
                <a:ln>
                  <a:noFill/>
                </a:ln>
                <a:solidFill>
                  <a:srgbClr val="00BFC9">
                    <a:alpha val="45000"/>
                  </a:srgbClr>
                </a:solidFill>
                <a:latin typeface="Abril Fatface"/>
              </a:rPr>
              <a:t>7</a:t>
            </a:r>
          </a:p>
        </p:txBody>
      </p:sp>
      <p:sp>
        <p:nvSpPr>
          <p:cNvPr id="69" name="Shape 69"/>
          <p:cNvSpPr/>
          <p:nvPr/>
        </p:nvSpPr>
        <p:spPr>
          <a:xfrm>
            <a:off x="7956575" y="-147125"/>
            <a:ext cx="968664" cy="1446866"/>
          </a:xfrm>
          <a:prstGeom prst="rect">
            <a:avLst/>
          </a:prstGeom>
        </p:spPr>
        <p:txBody>
          <a:bodyPr>
            <a:prstTxWarp prst="textPlain"/>
          </a:bodyPr>
          <a:lstStyle/>
          <a:p>
            <a:pPr lvl="0" algn="ctr"/>
            <a:r>
              <a:rPr b="1" i="0">
                <a:ln>
                  <a:noFill/>
                </a:ln>
                <a:solidFill>
                  <a:srgbClr val="00BFC9">
                    <a:alpha val="45000"/>
                  </a:srgbClr>
                </a:solidFill>
                <a:latin typeface="Montserrat"/>
              </a:rPr>
              <a:t>$</a:t>
            </a:r>
          </a:p>
        </p:txBody>
      </p:sp>
      <p:sp>
        <p:nvSpPr>
          <p:cNvPr id="70" name="Shape 70"/>
          <p:cNvSpPr/>
          <p:nvPr/>
        </p:nvSpPr>
        <p:spPr>
          <a:xfrm>
            <a:off x="7524777" y="-48672"/>
            <a:ext cx="432249" cy="597585"/>
          </a:xfrm>
          <a:prstGeom prst="rect">
            <a:avLst/>
          </a:prstGeom>
        </p:spPr>
        <p:txBody>
          <a:bodyPr>
            <a:prstTxWarp prst="textPlain"/>
          </a:bodyPr>
          <a:lstStyle/>
          <a:p>
            <a:pPr lvl="0" algn="ctr"/>
            <a:r>
              <a:rPr b="0" i="0">
                <a:ln>
                  <a:noFill/>
                </a:ln>
                <a:solidFill>
                  <a:srgbClr val="00FFFF">
                    <a:alpha val="13460"/>
                  </a:srgbClr>
                </a:solidFill>
                <a:latin typeface="Abril Fatface"/>
              </a:rPr>
              <a:t>£</a:t>
            </a:r>
          </a:p>
        </p:txBody>
      </p:sp>
      <p:sp>
        <p:nvSpPr>
          <p:cNvPr id="71" name="Shape 71"/>
          <p:cNvSpPr/>
          <p:nvPr/>
        </p:nvSpPr>
        <p:spPr>
          <a:xfrm>
            <a:off x="7153450" y="1200149"/>
            <a:ext cx="336025" cy="620550"/>
          </a:xfrm>
          <a:prstGeom prst="rect">
            <a:avLst/>
          </a:prstGeom>
        </p:spPr>
        <p:txBody>
          <a:bodyPr>
            <a:prstTxWarp prst="textPlain"/>
          </a:bodyPr>
          <a:lstStyle/>
          <a:p>
            <a:pPr lvl="0" algn="ctr"/>
            <a:r>
              <a:rPr b="0" i="0">
                <a:ln>
                  <a:noFill/>
                </a:ln>
                <a:solidFill>
                  <a:srgbClr val="00BFC9">
                    <a:alpha val="45000"/>
                  </a:srgbClr>
                </a:solidFill>
                <a:latin typeface="Abril Fatface"/>
              </a:rPr>
              <a:t>1</a:t>
            </a:r>
          </a:p>
        </p:txBody>
      </p:sp>
      <p:sp>
        <p:nvSpPr>
          <p:cNvPr id="72" name="Shape 72"/>
          <p:cNvSpPr/>
          <p:nvPr/>
        </p:nvSpPr>
        <p:spPr>
          <a:xfrm>
            <a:off x="7524775" y="1712999"/>
            <a:ext cx="1106399" cy="1498050"/>
          </a:xfrm>
          <a:prstGeom prst="rect">
            <a:avLst/>
          </a:prstGeom>
        </p:spPr>
        <p:txBody>
          <a:bodyPr>
            <a:prstTxWarp prst="textPlain"/>
          </a:bodyPr>
          <a:lstStyle/>
          <a:p>
            <a:pPr lvl="0" algn="ctr"/>
            <a:r>
              <a:rPr b="1" i="0">
                <a:ln>
                  <a:noFill/>
                </a:ln>
                <a:solidFill>
                  <a:srgbClr val="00FFFF">
                    <a:alpha val="13460"/>
                  </a:srgbClr>
                </a:solidFill>
                <a:latin typeface="Montserrat"/>
              </a:rPr>
              <a:t>8</a:t>
            </a:r>
          </a:p>
        </p:txBody>
      </p:sp>
      <p:sp>
        <p:nvSpPr>
          <p:cNvPr id="73" name="Shape 73"/>
          <p:cNvSpPr/>
          <p:nvPr/>
        </p:nvSpPr>
        <p:spPr>
          <a:xfrm rot="-5400000">
            <a:off x="7167501" y="893428"/>
            <a:ext cx="564599" cy="444900"/>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74" name="Shape 74"/>
          <p:cNvSpPr/>
          <p:nvPr/>
        </p:nvSpPr>
        <p:spPr>
          <a:xfrm rot="5400000">
            <a:off x="8455975" y="4580950"/>
            <a:ext cx="485399" cy="334799"/>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75" name="Shape 75"/>
          <p:cNvSpPr/>
          <p:nvPr/>
        </p:nvSpPr>
        <p:spPr>
          <a:xfrm>
            <a:off x="7301600" y="2427892"/>
            <a:ext cx="296397" cy="419653"/>
          </a:xfrm>
          <a:prstGeom prst="rect">
            <a:avLst/>
          </a:prstGeom>
        </p:spPr>
        <p:txBody>
          <a:bodyPr>
            <a:prstTxWarp prst="textPlain"/>
          </a:bodyPr>
          <a:lstStyle/>
          <a:p>
            <a:pPr lvl="0" algn="ctr"/>
            <a:r>
              <a:rPr b="1" i="0">
                <a:ln>
                  <a:noFill/>
                </a:ln>
                <a:solidFill>
                  <a:srgbClr val="6AA84F"/>
                </a:solidFill>
                <a:latin typeface="Montserrat"/>
              </a:rPr>
              <a:t>2</a:t>
            </a:r>
          </a:p>
        </p:txBody>
      </p:sp>
      <p:sp>
        <p:nvSpPr>
          <p:cNvPr id="76" name="Shape 76"/>
          <p:cNvSpPr/>
          <p:nvPr/>
        </p:nvSpPr>
        <p:spPr>
          <a:xfrm>
            <a:off x="8668228" y="988755"/>
            <a:ext cx="354502" cy="423174"/>
          </a:xfrm>
          <a:prstGeom prst="rect">
            <a:avLst/>
          </a:prstGeom>
        </p:spPr>
        <p:txBody>
          <a:bodyPr>
            <a:prstTxWarp prst="textPlain"/>
          </a:bodyPr>
          <a:lstStyle/>
          <a:p>
            <a:pPr lvl="0" algn="ctr"/>
            <a:r>
              <a:rPr b="0" i="0">
                <a:ln>
                  <a:noFill/>
                </a:ln>
                <a:solidFill>
                  <a:srgbClr val="6AA84F"/>
                </a:solidFill>
                <a:latin typeface="Abril Fatface"/>
              </a:rPr>
              <a:t>0</a:t>
            </a:r>
          </a:p>
        </p:txBody>
      </p:sp>
      <p:sp>
        <p:nvSpPr>
          <p:cNvPr id="77" name="Shape 77"/>
          <p:cNvSpPr/>
          <p:nvPr/>
        </p:nvSpPr>
        <p:spPr>
          <a:xfrm>
            <a:off x="8763900" y="3127992"/>
            <a:ext cx="279674" cy="289205"/>
          </a:xfrm>
          <a:prstGeom prst="rect">
            <a:avLst/>
          </a:prstGeom>
        </p:spPr>
        <p:txBody>
          <a:bodyPr>
            <a:prstTxWarp prst="textPlain"/>
          </a:bodyPr>
          <a:lstStyle/>
          <a:p>
            <a:pPr lvl="0" algn="ctr"/>
            <a:r>
              <a:rPr b="1" i="0">
                <a:ln>
                  <a:noFill/>
                </a:ln>
                <a:solidFill>
                  <a:srgbClr val="6AA84F"/>
                </a:solidFill>
                <a:latin typeface="Montserrat"/>
              </a:rPr>
              <a:t>¥</a:t>
            </a:r>
          </a:p>
        </p:txBody>
      </p:sp>
      <p:sp>
        <p:nvSpPr>
          <p:cNvPr id="78" name="Shape 78"/>
          <p:cNvSpPr/>
          <p:nvPr/>
        </p:nvSpPr>
        <p:spPr>
          <a:xfrm>
            <a:off x="7233390" y="1950961"/>
            <a:ext cx="236740" cy="289199"/>
          </a:xfrm>
          <a:prstGeom prst="rect">
            <a:avLst/>
          </a:prstGeom>
        </p:spPr>
        <p:txBody>
          <a:bodyPr>
            <a:prstTxWarp prst="textPlain"/>
          </a:bodyPr>
          <a:lstStyle/>
          <a:p>
            <a:pPr lvl="0" algn="ctr"/>
            <a:r>
              <a:rPr b="0" i="0">
                <a:ln>
                  <a:noFill/>
                </a:ln>
                <a:solidFill>
                  <a:srgbClr val="00FFFF">
                    <a:alpha val="13460"/>
                  </a:srgbClr>
                </a:solidFill>
                <a:latin typeface="Abril Fatface"/>
              </a:rPr>
              <a:t>4</a:t>
            </a:r>
          </a:p>
        </p:txBody>
      </p:sp>
      <p:sp>
        <p:nvSpPr>
          <p:cNvPr id="79" name="Shape 79"/>
          <p:cNvSpPr/>
          <p:nvPr/>
        </p:nvSpPr>
        <p:spPr>
          <a:xfrm>
            <a:off x="6811905" y="-87455"/>
            <a:ext cx="652469" cy="905450"/>
          </a:xfrm>
          <a:prstGeom prst="rect">
            <a:avLst/>
          </a:prstGeom>
        </p:spPr>
        <p:txBody>
          <a:bodyPr>
            <a:prstTxWarp prst="textPlain"/>
          </a:bodyPr>
          <a:lstStyle/>
          <a:p>
            <a:pPr lvl="0" algn="ctr"/>
            <a:r>
              <a:rPr b="1" i="0">
                <a:ln>
                  <a:noFill/>
                </a:ln>
                <a:solidFill>
                  <a:srgbClr val="00FFFF">
                    <a:alpha val="13460"/>
                  </a:srgbClr>
                </a:solidFill>
                <a:latin typeface="Montserrat"/>
              </a:rPr>
              <a:t>6</a:t>
            </a:r>
          </a:p>
        </p:txBody>
      </p:sp>
      <p:sp>
        <p:nvSpPr>
          <p:cNvPr id="80" name="Shape 80"/>
          <p:cNvSpPr/>
          <p:nvPr/>
        </p:nvSpPr>
        <p:spPr>
          <a:xfrm>
            <a:off x="7662626" y="662322"/>
            <a:ext cx="87721" cy="216665"/>
          </a:xfrm>
          <a:prstGeom prst="rect">
            <a:avLst/>
          </a:prstGeom>
        </p:spPr>
        <p:txBody>
          <a:bodyPr>
            <a:prstTxWarp prst="textPlain"/>
          </a:bodyPr>
          <a:lstStyle/>
          <a:p>
            <a:pPr lvl="0" algn="ctr"/>
            <a:r>
              <a:rPr b="1" i="0">
                <a:ln>
                  <a:noFill/>
                </a:ln>
                <a:solidFill>
                  <a:srgbClr val="6AA84F"/>
                </a:solidFill>
                <a:latin typeface="Montserrat"/>
              </a:rPr>
              <a:t>1</a:t>
            </a:r>
          </a:p>
        </p:txBody>
      </p:sp>
      <p:sp>
        <p:nvSpPr>
          <p:cNvPr id="81" name="Shape 81"/>
          <p:cNvSpPr/>
          <p:nvPr/>
        </p:nvSpPr>
        <p:spPr>
          <a:xfrm>
            <a:off x="6992802" y="3859302"/>
            <a:ext cx="164399" cy="225324"/>
          </a:xfrm>
          <a:prstGeom prst="rect">
            <a:avLst/>
          </a:prstGeom>
        </p:spPr>
        <p:txBody>
          <a:bodyPr>
            <a:prstTxWarp prst="textPlain"/>
          </a:bodyPr>
          <a:lstStyle/>
          <a:p>
            <a:pPr lvl="0" algn="ctr"/>
            <a:r>
              <a:rPr b="1" i="0">
                <a:ln>
                  <a:noFill/>
                </a:ln>
                <a:solidFill>
                  <a:srgbClr val="6AA84F"/>
                </a:solidFill>
                <a:latin typeface="Montserrat"/>
              </a:rPr>
              <a:t>4</a:t>
            </a:r>
          </a:p>
        </p:txBody>
      </p:sp>
      <p:sp>
        <p:nvSpPr>
          <p:cNvPr id="82" name="Shape 82"/>
          <p:cNvSpPr/>
          <p:nvPr/>
        </p:nvSpPr>
        <p:spPr>
          <a:xfrm>
            <a:off x="6897399" y="729425"/>
            <a:ext cx="236724" cy="344535"/>
          </a:xfrm>
          <a:prstGeom prst="rect">
            <a:avLst/>
          </a:prstGeom>
        </p:spPr>
        <p:txBody>
          <a:bodyPr>
            <a:prstTxWarp prst="textPlain"/>
          </a:bodyPr>
          <a:lstStyle/>
          <a:p>
            <a:pPr lvl="0" algn="ctr"/>
            <a:r>
              <a:rPr b="0" i="0">
                <a:ln>
                  <a:noFill/>
                </a:ln>
                <a:solidFill>
                  <a:srgbClr val="6AA84F"/>
                </a:solidFill>
                <a:latin typeface="Abril Fatface"/>
              </a:rPr>
              <a:t>5</a:t>
            </a:r>
          </a:p>
        </p:txBody>
      </p:sp>
      <p:sp>
        <p:nvSpPr>
          <p:cNvPr id="83" name="Shape 83"/>
          <p:cNvSpPr/>
          <p:nvPr/>
        </p:nvSpPr>
        <p:spPr>
          <a:xfrm>
            <a:off x="8925942" y="4066262"/>
            <a:ext cx="236725" cy="304233"/>
          </a:xfrm>
          <a:prstGeom prst="rect">
            <a:avLst/>
          </a:prstGeom>
        </p:spPr>
        <p:txBody>
          <a:bodyPr>
            <a:prstTxWarp prst="textPlain"/>
          </a:bodyPr>
          <a:lstStyle/>
          <a:p>
            <a:pPr lvl="0" algn="ctr"/>
            <a:r>
              <a:rPr b="0" i="0">
                <a:ln>
                  <a:noFill/>
                </a:ln>
                <a:solidFill>
                  <a:srgbClr val="6AA84F"/>
                </a:solidFill>
                <a:latin typeface="Abril Fatface"/>
              </a:rPr>
              <a:t>8</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Quote">
    <p:bg>
      <p:bgPr>
        <a:solidFill>
          <a:srgbClr val="007074"/>
        </a:solidFill>
      </p:bgPr>
    </p:bg>
    <p:spTree>
      <p:nvGrpSpPr>
        <p:cNvPr id="84" name="Shape 84"/>
        <p:cNvGrpSpPr/>
        <p:nvPr/>
      </p:nvGrpSpPr>
      <p:grpSpPr>
        <a:xfrm>
          <a:off x="0" y="0"/>
          <a:ext cx="0" cy="0"/>
          <a:chOff x="0" y="0"/>
          <a:chExt cx="0" cy="0"/>
        </a:xfrm>
      </p:grpSpPr>
      <p:sp>
        <p:nvSpPr>
          <p:cNvPr id="85" name="Shape 85"/>
          <p:cNvSpPr txBox="1"/>
          <p:nvPr>
            <p:ph idx="1" type="body"/>
          </p:nvPr>
        </p:nvSpPr>
        <p:spPr>
          <a:xfrm>
            <a:off x="724389" y="2161800"/>
            <a:ext cx="5343600" cy="819899"/>
          </a:xfrm>
          <a:prstGeom prst="rect">
            <a:avLst/>
          </a:prstGeom>
        </p:spPr>
        <p:txBody>
          <a:bodyPr anchorCtr="0" anchor="ctr" bIns="91425" lIns="91425" rIns="91425" wrap="square" tIns="91425"/>
          <a:lstStyle>
            <a:lvl1pPr lvl="0" rtl="0">
              <a:spcBef>
                <a:spcPts val="0"/>
              </a:spcBef>
              <a:buSzPct val="100000"/>
              <a:defRPr i="1" sz="3200"/>
            </a:lvl1pPr>
            <a:lvl2pPr lvl="1" rtl="0">
              <a:spcBef>
                <a:spcPts val="0"/>
              </a:spcBef>
              <a:buSzPct val="100000"/>
              <a:defRPr i="1" sz="3200"/>
            </a:lvl2pPr>
            <a:lvl3pPr lvl="2" rtl="0">
              <a:spcBef>
                <a:spcPts val="0"/>
              </a:spcBef>
              <a:buSzPct val="100000"/>
              <a:defRPr i="1" sz="3200"/>
            </a:lvl3pPr>
            <a:lvl4pPr lvl="3" rtl="0">
              <a:spcBef>
                <a:spcPts val="0"/>
              </a:spcBef>
              <a:buSzPct val="100000"/>
              <a:defRPr i="1" sz="3200"/>
            </a:lvl4pPr>
            <a:lvl5pPr lvl="4" rtl="0">
              <a:spcBef>
                <a:spcPts val="0"/>
              </a:spcBef>
              <a:buSzPct val="100000"/>
              <a:defRPr i="1" sz="3200"/>
            </a:lvl5pPr>
            <a:lvl6pPr lvl="5" rtl="0">
              <a:spcBef>
                <a:spcPts val="0"/>
              </a:spcBef>
              <a:buSzPct val="100000"/>
              <a:defRPr i="1" sz="3200"/>
            </a:lvl6pPr>
            <a:lvl7pPr lvl="6" rtl="0">
              <a:spcBef>
                <a:spcPts val="0"/>
              </a:spcBef>
              <a:buSzPct val="100000"/>
              <a:defRPr i="1" sz="3200"/>
            </a:lvl7pPr>
            <a:lvl8pPr lvl="7" rtl="0">
              <a:spcBef>
                <a:spcPts val="0"/>
              </a:spcBef>
              <a:buSzPct val="100000"/>
              <a:defRPr i="1" sz="3200"/>
            </a:lvl8pPr>
            <a:lvl9pPr lvl="8">
              <a:spcBef>
                <a:spcPts val="0"/>
              </a:spcBef>
              <a:buSzPct val="100000"/>
              <a:defRPr i="1" sz="3200"/>
            </a:lvl9pPr>
          </a:lstStyle>
          <a:p/>
        </p:txBody>
      </p:sp>
      <p:sp>
        <p:nvSpPr>
          <p:cNvPr id="86" name="Shape 86"/>
          <p:cNvSpPr/>
          <p:nvPr/>
        </p:nvSpPr>
        <p:spPr>
          <a:xfrm>
            <a:off x="7123399" y="2945300"/>
            <a:ext cx="1604424" cy="2273250"/>
          </a:xfrm>
          <a:prstGeom prst="rect">
            <a:avLst/>
          </a:prstGeom>
        </p:spPr>
        <p:txBody>
          <a:bodyPr>
            <a:prstTxWarp prst="textPlain"/>
          </a:bodyPr>
          <a:lstStyle/>
          <a:p>
            <a:pPr lvl="0" algn="ctr"/>
            <a:r>
              <a:rPr b="1" i="0">
                <a:ln>
                  <a:noFill/>
                </a:ln>
                <a:solidFill>
                  <a:srgbClr val="00BFC9">
                    <a:alpha val="45000"/>
                  </a:srgbClr>
                </a:solidFill>
                <a:latin typeface="Montserrat"/>
              </a:rPr>
              <a:t>5</a:t>
            </a:r>
          </a:p>
        </p:txBody>
      </p:sp>
      <p:sp>
        <p:nvSpPr>
          <p:cNvPr id="87" name="Shape 87"/>
          <p:cNvSpPr/>
          <p:nvPr/>
        </p:nvSpPr>
        <p:spPr>
          <a:xfrm>
            <a:off x="8411549" y="1666550"/>
            <a:ext cx="774324" cy="1088275"/>
          </a:xfrm>
          <a:prstGeom prst="rect">
            <a:avLst/>
          </a:prstGeom>
        </p:spPr>
        <p:txBody>
          <a:bodyPr>
            <a:prstTxWarp prst="textPlain"/>
          </a:bodyPr>
          <a:lstStyle/>
          <a:p>
            <a:pPr lvl="0" algn="ctr"/>
            <a:r>
              <a:rPr b="0" i="0">
                <a:ln>
                  <a:noFill/>
                </a:ln>
                <a:solidFill>
                  <a:srgbClr val="00BFC9">
                    <a:alpha val="45000"/>
                  </a:srgbClr>
                </a:solidFill>
                <a:latin typeface="Abril Fatface"/>
              </a:rPr>
              <a:t>3</a:t>
            </a:r>
          </a:p>
        </p:txBody>
      </p:sp>
      <p:sp>
        <p:nvSpPr>
          <p:cNvPr id="88" name="Shape 88"/>
          <p:cNvSpPr/>
          <p:nvPr/>
        </p:nvSpPr>
        <p:spPr>
          <a:xfrm>
            <a:off x="6567123" y="2997748"/>
            <a:ext cx="844060" cy="905441"/>
          </a:xfrm>
          <a:prstGeom prst="rect">
            <a:avLst/>
          </a:prstGeom>
        </p:spPr>
        <p:txBody>
          <a:bodyPr>
            <a:prstTxWarp prst="textPlain"/>
          </a:bodyPr>
          <a:lstStyle/>
          <a:p>
            <a:pPr lvl="0" algn="ctr"/>
            <a:r>
              <a:rPr b="1" i="0">
                <a:ln>
                  <a:noFill/>
                </a:ln>
                <a:solidFill>
                  <a:srgbClr val="00FFFF">
                    <a:alpha val="13460"/>
                  </a:srgbClr>
                </a:solidFill>
                <a:latin typeface="Montserrat"/>
              </a:rPr>
              <a:t>€</a:t>
            </a:r>
          </a:p>
        </p:txBody>
      </p:sp>
      <p:sp>
        <p:nvSpPr>
          <p:cNvPr id="89" name="Shape 89"/>
          <p:cNvSpPr/>
          <p:nvPr/>
        </p:nvSpPr>
        <p:spPr>
          <a:xfrm>
            <a:off x="7702425" y="944674"/>
            <a:ext cx="692017" cy="889382"/>
          </a:xfrm>
          <a:prstGeom prst="rect">
            <a:avLst/>
          </a:prstGeom>
        </p:spPr>
        <p:txBody>
          <a:bodyPr>
            <a:prstTxWarp prst="textPlain"/>
          </a:bodyPr>
          <a:lstStyle/>
          <a:p>
            <a:pPr lvl="0" algn="ctr"/>
            <a:r>
              <a:rPr b="0" i="0">
                <a:ln>
                  <a:noFill/>
                </a:ln>
                <a:solidFill>
                  <a:srgbClr val="00FFFF">
                    <a:alpha val="13460"/>
                  </a:srgbClr>
                </a:solidFill>
                <a:latin typeface="Abril Fatface"/>
              </a:rPr>
              <a:t>9</a:t>
            </a:r>
          </a:p>
        </p:txBody>
      </p:sp>
      <p:sp>
        <p:nvSpPr>
          <p:cNvPr id="90" name="Shape 90"/>
          <p:cNvSpPr/>
          <p:nvPr/>
        </p:nvSpPr>
        <p:spPr>
          <a:xfrm>
            <a:off x="8482541" y="3571675"/>
            <a:ext cx="432249" cy="668624"/>
          </a:xfrm>
          <a:prstGeom prst="rect">
            <a:avLst/>
          </a:prstGeom>
        </p:spPr>
        <p:txBody>
          <a:bodyPr>
            <a:prstTxWarp prst="textPlain"/>
          </a:bodyPr>
          <a:lstStyle/>
          <a:p>
            <a:pPr lvl="0" algn="ctr"/>
            <a:r>
              <a:rPr b="0" i="0">
                <a:ln>
                  <a:noFill/>
                </a:ln>
                <a:solidFill>
                  <a:srgbClr val="00BFC9">
                    <a:alpha val="45000"/>
                  </a:srgbClr>
                </a:solidFill>
                <a:latin typeface="Abril Fatface"/>
              </a:rPr>
              <a:t>7</a:t>
            </a:r>
          </a:p>
        </p:txBody>
      </p:sp>
      <p:sp>
        <p:nvSpPr>
          <p:cNvPr id="91" name="Shape 91"/>
          <p:cNvSpPr/>
          <p:nvPr/>
        </p:nvSpPr>
        <p:spPr>
          <a:xfrm>
            <a:off x="7956575" y="-147125"/>
            <a:ext cx="968664" cy="1446866"/>
          </a:xfrm>
          <a:prstGeom prst="rect">
            <a:avLst/>
          </a:prstGeom>
        </p:spPr>
        <p:txBody>
          <a:bodyPr>
            <a:prstTxWarp prst="textPlain"/>
          </a:bodyPr>
          <a:lstStyle/>
          <a:p>
            <a:pPr lvl="0" algn="ctr"/>
            <a:r>
              <a:rPr b="1" i="0">
                <a:ln>
                  <a:noFill/>
                </a:ln>
                <a:solidFill>
                  <a:srgbClr val="00BFC9">
                    <a:alpha val="45000"/>
                  </a:srgbClr>
                </a:solidFill>
                <a:latin typeface="Montserrat"/>
              </a:rPr>
              <a:t>$</a:t>
            </a:r>
          </a:p>
        </p:txBody>
      </p:sp>
      <p:sp>
        <p:nvSpPr>
          <p:cNvPr id="92" name="Shape 92"/>
          <p:cNvSpPr/>
          <p:nvPr/>
        </p:nvSpPr>
        <p:spPr>
          <a:xfrm>
            <a:off x="7524777" y="-48672"/>
            <a:ext cx="432249" cy="597585"/>
          </a:xfrm>
          <a:prstGeom prst="rect">
            <a:avLst/>
          </a:prstGeom>
        </p:spPr>
        <p:txBody>
          <a:bodyPr>
            <a:prstTxWarp prst="textPlain"/>
          </a:bodyPr>
          <a:lstStyle/>
          <a:p>
            <a:pPr lvl="0" algn="ctr"/>
            <a:r>
              <a:rPr b="0" i="0">
                <a:ln>
                  <a:noFill/>
                </a:ln>
                <a:solidFill>
                  <a:srgbClr val="00FFFF">
                    <a:alpha val="13460"/>
                  </a:srgbClr>
                </a:solidFill>
                <a:latin typeface="Abril Fatface"/>
              </a:rPr>
              <a:t>£</a:t>
            </a:r>
          </a:p>
        </p:txBody>
      </p:sp>
      <p:sp>
        <p:nvSpPr>
          <p:cNvPr id="93" name="Shape 93"/>
          <p:cNvSpPr/>
          <p:nvPr/>
        </p:nvSpPr>
        <p:spPr>
          <a:xfrm>
            <a:off x="7153450" y="1200149"/>
            <a:ext cx="336025" cy="620550"/>
          </a:xfrm>
          <a:prstGeom prst="rect">
            <a:avLst/>
          </a:prstGeom>
        </p:spPr>
        <p:txBody>
          <a:bodyPr>
            <a:prstTxWarp prst="textPlain"/>
          </a:bodyPr>
          <a:lstStyle/>
          <a:p>
            <a:pPr lvl="0" algn="ctr"/>
            <a:r>
              <a:rPr b="0" i="0">
                <a:ln>
                  <a:noFill/>
                </a:ln>
                <a:solidFill>
                  <a:srgbClr val="00BFC9">
                    <a:alpha val="45000"/>
                  </a:srgbClr>
                </a:solidFill>
                <a:latin typeface="Abril Fatface"/>
              </a:rPr>
              <a:t>1</a:t>
            </a:r>
          </a:p>
        </p:txBody>
      </p:sp>
      <p:sp>
        <p:nvSpPr>
          <p:cNvPr id="94" name="Shape 94"/>
          <p:cNvSpPr/>
          <p:nvPr/>
        </p:nvSpPr>
        <p:spPr>
          <a:xfrm>
            <a:off x="7524775" y="1712999"/>
            <a:ext cx="1106399" cy="1498050"/>
          </a:xfrm>
          <a:prstGeom prst="rect">
            <a:avLst/>
          </a:prstGeom>
        </p:spPr>
        <p:txBody>
          <a:bodyPr>
            <a:prstTxWarp prst="textPlain"/>
          </a:bodyPr>
          <a:lstStyle/>
          <a:p>
            <a:pPr lvl="0" algn="ctr"/>
            <a:r>
              <a:rPr b="1" i="0">
                <a:ln>
                  <a:noFill/>
                </a:ln>
                <a:solidFill>
                  <a:srgbClr val="00FFFF">
                    <a:alpha val="13460"/>
                  </a:srgbClr>
                </a:solidFill>
                <a:latin typeface="Montserrat"/>
              </a:rPr>
              <a:t>8</a:t>
            </a:r>
          </a:p>
        </p:txBody>
      </p:sp>
      <p:sp>
        <p:nvSpPr>
          <p:cNvPr id="95" name="Shape 95"/>
          <p:cNvSpPr/>
          <p:nvPr/>
        </p:nvSpPr>
        <p:spPr>
          <a:xfrm rot="-5400000">
            <a:off x="7167501" y="893428"/>
            <a:ext cx="564599" cy="444900"/>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96" name="Shape 96"/>
          <p:cNvSpPr/>
          <p:nvPr/>
        </p:nvSpPr>
        <p:spPr>
          <a:xfrm rot="5400000">
            <a:off x="8455975" y="4580950"/>
            <a:ext cx="485399" cy="334799"/>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97" name="Shape 97"/>
          <p:cNvSpPr/>
          <p:nvPr/>
        </p:nvSpPr>
        <p:spPr>
          <a:xfrm>
            <a:off x="7301600" y="2427892"/>
            <a:ext cx="296397" cy="419653"/>
          </a:xfrm>
          <a:prstGeom prst="rect">
            <a:avLst/>
          </a:prstGeom>
        </p:spPr>
        <p:txBody>
          <a:bodyPr>
            <a:prstTxWarp prst="textPlain"/>
          </a:bodyPr>
          <a:lstStyle/>
          <a:p>
            <a:pPr lvl="0" algn="ctr"/>
            <a:r>
              <a:rPr b="1" i="0">
                <a:ln>
                  <a:noFill/>
                </a:ln>
                <a:solidFill>
                  <a:srgbClr val="6AA84F"/>
                </a:solidFill>
                <a:latin typeface="Montserrat"/>
              </a:rPr>
              <a:t>2</a:t>
            </a:r>
          </a:p>
        </p:txBody>
      </p:sp>
      <p:sp>
        <p:nvSpPr>
          <p:cNvPr id="98" name="Shape 98"/>
          <p:cNvSpPr/>
          <p:nvPr/>
        </p:nvSpPr>
        <p:spPr>
          <a:xfrm>
            <a:off x="8668228" y="988755"/>
            <a:ext cx="354502" cy="423174"/>
          </a:xfrm>
          <a:prstGeom prst="rect">
            <a:avLst/>
          </a:prstGeom>
        </p:spPr>
        <p:txBody>
          <a:bodyPr>
            <a:prstTxWarp prst="textPlain"/>
          </a:bodyPr>
          <a:lstStyle/>
          <a:p>
            <a:pPr lvl="0" algn="ctr"/>
            <a:r>
              <a:rPr b="0" i="0">
                <a:ln>
                  <a:noFill/>
                </a:ln>
                <a:solidFill>
                  <a:srgbClr val="6AA84F"/>
                </a:solidFill>
                <a:latin typeface="Abril Fatface"/>
              </a:rPr>
              <a:t>0</a:t>
            </a:r>
          </a:p>
        </p:txBody>
      </p:sp>
      <p:sp>
        <p:nvSpPr>
          <p:cNvPr id="99" name="Shape 99"/>
          <p:cNvSpPr/>
          <p:nvPr/>
        </p:nvSpPr>
        <p:spPr>
          <a:xfrm>
            <a:off x="8763900" y="3127992"/>
            <a:ext cx="279674" cy="289205"/>
          </a:xfrm>
          <a:prstGeom prst="rect">
            <a:avLst/>
          </a:prstGeom>
        </p:spPr>
        <p:txBody>
          <a:bodyPr>
            <a:prstTxWarp prst="textPlain"/>
          </a:bodyPr>
          <a:lstStyle/>
          <a:p>
            <a:pPr lvl="0" algn="ctr"/>
            <a:r>
              <a:rPr b="1" i="0">
                <a:ln>
                  <a:noFill/>
                </a:ln>
                <a:solidFill>
                  <a:srgbClr val="6AA84F"/>
                </a:solidFill>
                <a:latin typeface="Montserrat"/>
              </a:rPr>
              <a:t>¥</a:t>
            </a:r>
          </a:p>
        </p:txBody>
      </p:sp>
      <p:sp>
        <p:nvSpPr>
          <p:cNvPr id="100" name="Shape 100"/>
          <p:cNvSpPr/>
          <p:nvPr/>
        </p:nvSpPr>
        <p:spPr>
          <a:xfrm>
            <a:off x="7233390" y="1950961"/>
            <a:ext cx="236740" cy="289199"/>
          </a:xfrm>
          <a:prstGeom prst="rect">
            <a:avLst/>
          </a:prstGeom>
        </p:spPr>
        <p:txBody>
          <a:bodyPr>
            <a:prstTxWarp prst="textPlain"/>
          </a:bodyPr>
          <a:lstStyle/>
          <a:p>
            <a:pPr lvl="0" algn="ctr"/>
            <a:r>
              <a:rPr b="0" i="0">
                <a:ln>
                  <a:noFill/>
                </a:ln>
                <a:solidFill>
                  <a:srgbClr val="00FFFF">
                    <a:alpha val="13460"/>
                  </a:srgbClr>
                </a:solidFill>
                <a:latin typeface="Abril Fatface"/>
              </a:rPr>
              <a:t>4</a:t>
            </a:r>
          </a:p>
        </p:txBody>
      </p:sp>
      <p:sp>
        <p:nvSpPr>
          <p:cNvPr id="101" name="Shape 101"/>
          <p:cNvSpPr/>
          <p:nvPr/>
        </p:nvSpPr>
        <p:spPr>
          <a:xfrm>
            <a:off x="6811905" y="-87455"/>
            <a:ext cx="652469" cy="905450"/>
          </a:xfrm>
          <a:prstGeom prst="rect">
            <a:avLst/>
          </a:prstGeom>
        </p:spPr>
        <p:txBody>
          <a:bodyPr>
            <a:prstTxWarp prst="textPlain"/>
          </a:bodyPr>
          <a:lstStyle/>
          <a:p>
            <a:pPr lvl="0" algn="ctr"/>
            <a:r>
              <a:rPr b="1" i="0">
                <a:ln>
                  <a:noFill/>
                </a:ln>
                <a:solidFill>
                  <a:srgbClr val="00FFFF">
                    <a:alpha val="13460"/>
                  </a:srgbClr>
                </a:solidFill>
                <a:latin typeface="Montserrat"/>
              </a:rPr>
              <a:t>6</a:t>
            </a:r>
          </a:p>
        </p:txBody>
      </p:sp>
      <p:sp>
        <p:nvSpPr>
          <p:cNvPr id="102" name="Shape 102"/>
          <p:cNvSpPr/>
          <p:nvPr/>
        </p:nvSpPr>
        <p:spPr>
          <a:xfrm>
            <a:off x="7662626" y="662322"/>
            <a:ext cx="87721" cy="216665"/>
          </a:xfrm>
          <a:prstGeom prst="rect">
            <a:avLst/>
          </a:prstGeom>
        </p:spPr>
        <p:txBody>
          <a:bodyPr>
            <a:prstTxWarp prst="textPlain"/>
          </a:bodyPr>
          <a:lstStyle/>
          <a:p>
            <a:pPr lvl="0" algn="ctr"/>
            <a:r>
              <a:rPr b="1" i="0">
                <a:ln>
                  <a:noFill/>
                </a:ln>
                <a:solidFill>
                  <a:srgbClr val="6AA84F"/>
                </a:solidFill>
                <a:latin typeface="Montserrat"/>
              </a:rPr>
              <a:t>1</a:t>
            </a:r>
          </a:p>
        </p:txBody>
      </p:sp>
      <p:sp>
        <p:nvSpPr>
          <p:cNvPr id="103" name="Shape 103"/>
          <p:cNvSpPr/>
          <p:nvPr/>
        </p:nvSpPr>
        <p:spPr>
          <a:xfrm>
            <a:off x="6992802" y="3859302"/>
            <a:ext cx="164399" cy="225324"/>
          </a:xfrm>
          <a:prstGeom prst="rect">
            <a:avLst/>
          </a:prstGeom>
        </p:spPr>
        <p:txBody>
          <a:bodyPr>
            <a:prstTxWarp prst="textPlain"/>
          </a:bodyPr>
          <a:lstStyle/>
          <a:p>
            <a:pPr lvl="0" algn="ctr"/>
            <a:r>
              <a:rPr b="1" i="0">
                <a:ln>
                  <a:noFill/>
                </a:ln>
                <a:solidFill>
                  <a:srgbClr val="6AA84F"/>
                </a:solidFill>
                <a:latin typeface="Montserrat"/>
              </a:rPr>
              <a:t>4</a:t>
            </a:r>
          </a:p>
        </p:txBody>
      </p:sp>
      <p:sp>
        <p:nvSpPr>
          <p:cNvPr id="104" name="Shape 104"/>
          <p:cNvSpPr/>
          <p:nvPr/>
        </p:nvSpPr>
        <p:spPr>
          <a:xfrm>
            <a:off x="6897399" y="729425"/>
            <a:ext cx="236724" cy="344535"/>
          </a:xfrm>
          <a:prstGeom prst="rect">
            <a:avLst/>
          </a:prstGeom>
        </p:spPr>
        <p:txBody>
          <a:bodyPr>
            <a:prstTxWarp prst="textPlain"/>
          </a:bodyPr>
          <a:lstStyle/>
          <a:p>
            <a:pPr lvl="0" algn="ctr"/>
            <a:r>
              <a:rPr b="0" i="0">
                <a:ln>
                  <a:noFill/>
                </a:ln>
                <a:solidFill>
                  <a:srgbClr val="6AA84F"/>
                </a:solidFill>
                <a:latin typeface="Abril Fatface"/>
              </a:rPr>
              <a:t>5</a:t>
            </a:r>
          </a:p>
        </p:txBody>
      </p:sp>
      <p:sp>
        <p:nvSpPr>
          <p:cNvPr id="105" name="Shape 105"/>
          <p:cNvSpPr/>
          <p:nvPr/>
        </p:nvSpPr>
        <p:spPr>
          <a:xfrm>
            <a:off x="8925942" y="4066262"/>
            <a:ext cx="236725" cy="304233"/>
          </a:xfrm>
          <a:prstGeom prst="rect">
            <a:avLst/>
          </a:prstGeom>
        </p:spPr>
        <p:txBody>
          <a:bodyPr>
            <a:prstTxWarp prst="textPlain"/>
          </a:bodyPr>
          <a:lstStyle/>
          <a:p>
            <a:pPr lvl="0" algn="ctr"/>
            <a:r>
              <a:rPr b="0" i="0">
                <a:ln>
                  <a:noFill/>
                </a:ln>
                <a:solidFill>
                  <a:srgbClr val="6AA84F"/>
                </a:solidFill>
                <a:latin typeface="Abril Fatface"/>
              </a:rPr>
              <a:t>8</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x">
  <p:cSld name="Title + 1 column">
    <p:spTree>
      <p:nvGrpSpPr>
        <p:cNvPr id="106" name="Shape 106"/>
        <p:cNvGrpSpPr/>
        <p:nvPr/>
      </p:nvGrpSpPr>
      <p:grpSpPr>
        <a:xfrm>
          <a:off x="0" y="0"/>
          <a:ext cx="0" cy="0"/>
          <a:chOff x="0" y="0"/>
          <a:chExt cx="0" cy="0"/>
        </a:xfrm>
      </p:grpSpPr>
      <p:sp>
        <p:nvSpPr>
          <p:cNvPr id="107" name="Shape 107"/>
          <p:cNvSpPr/>
          <p:nvPr/>
        </p:nvSpPr>
        <p:spPr>
          <a:xfrm>
            <a:off x="7123399" y="2945300"/>
            <a:ext cx="1604424" cy="2273250"/>
          </a:xfrm>
          <a:prstGeom prst="rect">
            <a:avLst/>
          </a:prstGeom>
        </p:spPr>
        <p:txBody>
          <a:bodyPr>
            <a:prstTxWarp prst="textPlain"/>
          </a:bodyPr>
          <a:lstStyle/>
          <a:p>
            <a:pPr lvl="0" algn="ctr"/>
            <a:r>
              <a:rPr b="1" i="0">
                <a:ln>
                  <a:noFill/>
                </a:ln>
                <a:solidFill>
                  <a:srgbClr val="00BFC9">
                    <a:alpha val="45000"/>
                  </a:srgbClr>
                </a:solidFill>
                <a:latin typeface="Montserrat"/>
              </a:rPr>
              <a:t>5</a:t>
            </a:r>
          </a:p>
        </p:txBody>
      </p:sp>
      <p:sp>
        <p:nvSpPr>
          <p:cNvPr id="108" name="Shape 108"/>
          <p:cNvSpPr/>
          <p:nvPr/>
        </p:nvSpPr>
        <p:spPr>
          <a:xfrm>
            <a:off x="8411549" y="1666550"/>
            <a:ext cx="774324" cy="1088275"/>
          </a:xfrm>
          <a:prstGeom prst="rect">
            <a:avLst/>
          </a:prstGeom>
        </p:spPr>
        <p:txBody>
          <a:bodyPr>
            <a:prstTxWarp prst="textPlain"/>
          </a:bodyPr>
          <a:lstStyle/>
          <a:p>
            <a:pPr lvl="0" algn="ctr"/>
            <a:r>
              <a:rPr b="0" i="0">
                <a:ln>
                  <a:noFill/>
                </a:ln>
                <a:solidFill>
                  <a:srgbClr val="00BFC9">
                    <a:alpha val="45000"/>
                  </a:srgbClr>
                </a:solidFill>
                <a:latin typeface="Abril Fatface"/>
              </a:rPr>
              <a:t>3</a:t>
            </a:r>
          </a:p>
        </p:txBody>
      </p:sp>
      <p:sp>
        <p:nvSpPr>
          <p:cNvPr id="109" name="Shape 109"/>
          <p:cNvSpPr/>
          <p:nvPr/>
        </p:nvSpPr>
        <p:spPr>
          <a:xfrm>
            <a:off x="6567123" y="2997748"/>
            <a:ext cx="844060" cy="905441"/>
          </a:xfrm>
          <a:prstGeom prst="rect">
            <a:avLst/>
          </a:prstGeom>
        </p:spPr>
        <p:txBody>
          <a:bodyPr>
            <a:prstTxWarp prst="textPlain"/>
          </a:bodyPr>
          <a:lstStyle/>
          <a:p>
            <a:pPr lvl="0" algn="ctr"/>
            <a:r>
              <a:rPr b="1" i="0">
                <a:ln>
                  <a:noFill/>
                </a:ln>
                <a:solidFill>
                  <a:srgbClr val="00FFFF">
                    <a:alpha val="13460"/>
                  </a:srgbClr>
                </a:solidFill>
                <a:latin typeface="Montserrat"/>
              </a:rPr>
              <a:t>€</a:t>
            </a:r>
          </a:p>
        </p:txBody>
      </p:sp>
      <p:sp>
        <p:nvSpPr>
          <p:cNvPr id="110" name="Shape 110"/>
          <p:cNvSpPr/>
          <p:nvPr/>
        </p:nvSpPr>
        <p:spPr>
          <a:xfrm>
            <a:off x="7702425" y="944674"/>
            <a:ext cx="692017" cy="889382"/>
          </a:xfrm>
          <a:prstGeom prst="rect">
            <a:avLst/>
          </a:prstGeom>
        </p:spPr>
        <p:txBody>
          <a:bodyPr>
            <a:prstTxWarp prst="textPlain"/>
          </a:bodyPr>
          <a:lstStyle/>
          <a:p>
            <a:pPr lvl="0" algn="ctr"/>
            <a:r>
              <a:rPr b="0" i="0">
                <a:ln>
                  <a:noFill/>
                </a:ln>
                <a:solidFill>
                  <a:srgbClr val="00FFFF">
                    <a:alpha val="13460"/>
                  </a:srgbClr>
                </a:solidFill>
                <a:latin typeface="Abril Fatface"/>
              </a:rPr>
              <a:t>9</a:t>
            </a:r>
          </a:p>
        </p:txBody>
      </p:sp>
      <p:sp>
        <p:nvSpPr>
          <p:cNvPr id="111" name="Shape 111"/>
          <p:cNvSpPr/>
          <p:nvPr/>
        </p:nvSpPr>
        <p:spPr>
          <a:xfrm>
            <a:off x="8482541" y="3571675"/>
            <a:ext cx="432249" cy="668624"/>
          </a:xfrm>
          <a:prstGeom prst="rect">
            <a:avLst/>
          </a:prstGeom>
        </p:spPr>
        <p:txBody>
          <a:bodyPr>
            <a:prstTxWarp prst="textPlain"/>
          </a:bodyPr>
          <a:lstStyle/>
          <a:p>
            <a:pPr lvl="0" algn="ctr"/>
            <a:r>
              <a:rPr b="0" i="0">
                <a:ln>
                  <a:noFill/>
                </a:ln>
                <a:solidFill>
                  <a:srgbClr val="00BFC9">
                    <a:alpha val="45000"/>
                  </a:srgbClr>
                </a:solidFill>
                <a:latin typeface="Abril Fatface"/>
              </a:rPr>
              <a:t>7</a:t>
            </a:r>
          </a:p>
        </p:txBody>
      </p:sp>
      <p:sp>
        <p:nvSpPr>
          <p:cNvPr id="112" name="Shape 112"/>
          <p:cNvSpPr/>
          <p:nvPr/>
        </p:nvSpPr>
        <p:spPr>
          <a:xfrm>
            <a:off x="7956575" y="-147125"/>
            <a:ext cx="968664" cy="1446866"/>
          </a:xfrm>
          <a:prstGeom prst="rect">
            <a:avLst/>
          </a:prstGeom>
        </p:spPr>
        <p:txBody>
          <a:bodyPr>
            <a:prstTxWarp prst="textPlain"/>
          </a:bodyPr>
          <a:lstStyle/>
          <a:p>
            <a:pPr lvl="0" algn="ctr"/>
            <a:r>
              <a:rPr b="1" i="0">
                <a:ln>
                  <a:noFill/>
                </a:ln>
                <a:solidFill>
                  <a:srgbClr val="00BFC9">
                    <a:alpha val="45000"/>
                  </a:srgbClr>
                </a:solidFill>
                <a:latin typeface="Montserrat"/>
              </a:rPr>
              <a:t>$</a:t>
            </a:r>
          </a:p>
        </p:txBody>
      </p:sp>
      <p:sp>
        <p:nvSpPr>
          <p:cNvPr id="113" name="Shape 113"/>
          <p:cNvSpPr/>
          <p:nvPr/>
        </p:nvSpPr>
        <p:spPr>
          <a:xfrm>
            <a:off x="7524777" y="-48672"/>
            <a:ext cx="432249" cy="597585"/>
          </a:xfrm>
          <a:prstGeom prst="rect">
            <a:avLst/>
          </a:prstGeom>
        </p:spPr>
        <p:txBody>
          <a:bodyPr>
            <a:prstTxWarp prst="textPlain"/>
          </a:bodyPr>
          <a:lstStyle/>
          <a:p>
            <a:pPr lvl="0" algn="ctr"/>
            <a:r>
              <a:rPr b="0" i="0">
                <a:ln>
                  <a:noFill/>
                </a:ln>
                <a:solidFill>
                  <a:srgbClr val="00FFFF">
                    <a:alpha val="13460"/>
                  </a:srgbClr>
                </a:solidFill>
                <a:latin typeface="Abril Fatface"/>
              </a:rPr>
              <a:t>£</a:t>
            </a:r>
          </a:p>
        </p:txBody>
      </p:sp>
      <p:sp>
        <p:nvSpPr>
          <p:cNvPr id="114" name="Shape 114"/>
          <p:cNvSpPr/>
          <p:nvPr/>
        </p:nvSpPr>
        <p:spPr>
          <a:xfrm>
            <a:off x="7153450" y="1200149"/>
            <a:ext cx="336025" cy="620550"/>
          </a:xfrm>
          <a:prstGeom prst="rect">
            <a:avLst/>
          </a:prstGeom>
        </p:spPr>
        <p:txBody>
          <a:bodyPr>
            <a:prstTxWarp prst="textPlain"/>
          </a:bodyPr>
          <a:lstStyle/>
          <a:p>
            <a:pPr lvl="0" algn="ctr"/>
            <a:r>
              <a:rPr b="0" i="0">
                <a:ln>
                  <a:noFill/>
                </a:ln>
                <a:solidFill>
                  <a:srgbClr val="00BFC9">
                    <a:alpha val="45000"/>
                  </a:srgbClr>
                </a:solidFill>
                <a:latin typeface="Abril Fatface"/>
              </a:rPr>
              <a:t>1</a:t>
            </a:r>
          </a:p>
        </p:txBody>
      </p:sp>
      <p:sp>
        <p:nvSpPr>
          <p:cNvPr id="115" name="Shape 115"/>
          <p:cNvSpPr/>
          <p:nvPr/>
        </p:nvSpPr>
        <p:spPr>
          <a:xfrm>
            <a:off x="7524775" y="1712999"/>
            <a:ext cx="1106399" cy="1498050"/>
          </a:xfrm>
          <a:prstGeom prst="rect">
            <a:avLst/>
          </a:prstGeom>
        </p:spPr>
        <p:txBody>
          <a:bodyPr>
            <a:prstTxWarp prst="textPlain"/>
          </a:bodyPr>
          <a:lstStyle/>
          <a:p>
            <a:pPr lvl="0" algn="ctr"/>
            <a:r>
              <a:rPr b="1" i="0">
                <a:ln>
                  <a:noFill/>
                </a:ln>
                <a:solidFill>
                  <a:srgbClr val="00FFFF">
                    <a:alpha val="13460"/>
                  </a:srgbClr>
                </a:solidFill>
                <a:latin typeface="Montserrat"/>
              </a:rPr>
              <a:t>8</a:t>
            </a:r>
          </a:p>
        </p:txBody>
      </p:sp>
      <p:sp>
        <p:nvSpPr>
          <p:cNvPr id="116" name="Shape 116"/>
          <p:cNvSpPr/>
          <p:nvPr/>
        </p:nvSpPr>
        <p:spPr>
          <a:xfrm rot="-5400000">
            <a:off x="7167501" y="893428"/>
            <a:ext cx="564599" cy="444900"/>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117" name="Shape 117"/>
          <p:cNvSpPr/>
          <p:nvPr/>
        </p:nvSpPr>
        <p:spPr>
          <a:xfrm rot="5400000">
            <a:off x="8455975" y="4580950"/>
            <a:ext cx="485399" cy="334799"/>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118" name="Shape 118"/>
          <p:cNvSpPr/>
          <p:nvPr/>
        </p:nvSpPr>
        <p:spPr>
          <a:xfrm>
            <a:off x="7301600" y="2427892"/>
            <a:ext cx="296397" cy="419653"/>
          </a:xfrm>
          <a:prstGeom prst="rect">
            <a:avLst/>
          </a:prstGeom>
        </p:spPr>
        <p:txBody>
          <a:bodyPr>
            <a:prstTxWarp prst="textPlain"/>
          </a:bodyPr>
          <a:lstStyle/>
          <a:p>
            <a:pPr lvl="0" algn="ctr"/>
            <a:r>
              <a:rPr b="1" i="0">
                <a:ln>
                  <a:noFill/>
                </a:ln>
                <a:solidFill>
                  <a:srgbClr val="6AA84F"/>
                </a:solidFill>
                <a:latin typeface="Montserrat"/>
              </a:rPr>
              <a:t>2</a:t>
            </a:r>
          </a:p>
        </p:txBody>
      </p:sp>
      <p:sp>
        <p:nvSpPr>
          <p:cNvPr id="119" name="Shape 119"/>
          <p:cNvSpPr/>
          <p:nvPr/>
        </p:nvSpPr>
        <p:spPr>
          <a:xfrm>
            <a:off x="8668228" y="988755"/>
            <a:ext cx="354502" cy="423174"/>
          </a:xfrm>
          <a:prstGeom prst="rect">
            <a:avLst/>
          </a:prstGeom>
        </p:spPr>
        <p:txBody>
          <a:bodyPr>
            <a:prstTxWarp prst="textPlain"/>
          </a:bodyPr>
          <a:lstStyle/>
          <a:p>
            <a:pPr lvl="0" algn="ctr"/>
            <a:r>
              <a:rPr b="0" i="0">
                <a:ln>
                  <a:noFill/>
                </a:ln>
                <a:solidFill>
                  <a:srgbClr val="6AA84F"/>
                </a:solidFill>
                <a:latin typeface="Abril Fatface"/>
              </a:rPr>
              <a:t>0</a:t>
            </a:r>
          </a:p>
        </p:txBody>
      </p:sp>
      <p:sp>
        <p:nvSpPr>
          <p:cNvPr id="120" name="Shape 120"/>
          <p:cNvSpPr/>
          <p:nvPr/>
        </p:nvSpPr>
        <p:spPr>
          <a:xfrm>
            <a:off x="8763900" y="3127992"/>
            <a:ext cx="279674" cy="289205"/>
          </a:xfrm>
          <a:prstGeom prst="rect">
            <a:avLst/>
          </a:prstGeom>
        </p:spPr>
        <p:txBody>
          <a:bodyPr>
            <a:prstTxWarp prst="textPlain"/>
          </a:bodyPr>
          <a:lstStyle/>
          <a:p>
            <a:pPr lvl="0" algn="ctr"/>
            <a:r>
              <a:rPr b="1" i="0">
                <a:ln>
                  <a:noFill/>
                </a:ln>
                <a:solidFill>
                  <a:srgbClr val="6AA84F"/>
                </a:solidFill>
                <a:latin typeface="Montserrat"/>
              </a:rPr>
              <a:t>¥</a:t>
            </a:r>
          </a:p>
        </p:txBody>
      </p:sp>
      <p:sp>
        <p:nvSpPr>
          <p:cNvPr id="121" name="Shape 121"/>
          <p:cNvSpPr/>
          <p:nvPr/>
        </p:nvSpPr>
        <p:spPr>
          <a:xfrm>
            <a:off x="7233390" y="1950961"/>
            <a:ext cx="236740" cy="289199"/>
          </a:xfrm>
          <a:prstGeom prst="rect">
            <a:avLst/>
          </a:prstGeom>
        </p:spPr>
        <p:txBody>
          <a:bodyPr>
            <a:prstTxWarp prst="textPlain"/>
          </a:bodyPr>
          <a:lstStyle/>
          <a:p>
            <a:pPr lvl="0" algn="ctr"/>
            <a:r>
              <a:rPr b="0" i="0">
                <a:ln>
                  <a:noFill/>
                </a:ln>
                <a:solidFill>
                  <a:srgbClr val="00FFFF">
                    <a:alpha val="13460"/>
                  </a:srgbClr>
                </a:solidFill>
                <a:latin typeface="Abril Fatface"/>
              </a:rPr>
              <a:t>4</a:t>
            </a:r>
          </a:p>
        </p:txBody>
      </p:sp>
      <p:sp>
        <p:nvSpPr>
          <p:cNvPr id="122" name="Shape 122"/>
          <p:cNvSpPr/>
          <p:nvPr/>
        </p:nvSpPr>
        <p:spPr>
          <a:xfrm>
            <a:off x="6811905" y="-87455"/>
            <a:ext cx="652469" cy="905450"/>
          </a:xfrm>
          <a:prstGeom prst="rect">
            <a:avLst/>
          </a:prstGeom>
        </p:spPr>
        <p:txBody>
          <a:bodyPr>
            <a:prstTxWarp prst="textPlain"/>
          </a:bodyPr>
          <a:lstStyle/>
          <a:p>
            <a:pPr lvl="0" algn="ctr"/>
            <a:r>
              <a:rPr b="1" i="0">
                <a:ln>
                  <a:noFill/>
                </a:ln>
                <a:solidFill>
                  <a:srgbClr val="00FFFF">
                    <a:alpha val="13460"/>
                  </a:srgbClr>
                </a:solidFill>
                <a:latin typeface="Montserrat"/>
              </a:rPr>
              <a:t>6</a:t>
            </a:r>
          </a:p>
        </p:txBody>
      </p:sp>
      <p:sp>
        <p:nvSpPr>
          <p:cNvPr id="123" name="Shape 123"/>
          <p:cNvSpPr/>
          <p:nvPr/>
        </p:nvSpPr>
        <p:spPr>
          <a:xfrm>
            <a:off x="7662626" y="662322"/>
            <a:ext cx="87721" cy="216665"/>
          </a:xfrm>
          <a:prstGeom prst="rect">
            <a:avLst/>
          </a:prstGeom>
        </p:spPr>
        <p:txBody>
          <a:bodyPr>
            <a:prstTxWarp prst="textPlain"/>
          </a:bodyPr>
          <a:lstStyle/>
          <a:p>
            <a:pPr lvl="0" algn="ctr"/>
            <a:r>
              <a:rPr b="1" i="0">
                <a:ln>
                  <a:noFill/>
                </a:ln>
                <a:solidFill>
                  <a:srgbClr val="6AA84F"/>
                </a:solidFill>
                <a:latin typeface="Montserrat"/>
              </a:rPr>
              <a:t>1</a:t>
            </a:r>
          </a:p>
        </p:txBody>
      </p:sp>
      <p:sp>
        <p:nvSpPr>
          <p:cNvPr id="124" name="Shape 124"/>
          <p:cNvSpPr/>
          <p:nvPr/>
        </p:nvSpPr>
        <p:spPr>
          <a:xfrm>
            <a:off x="6992802" y="3859302"/>
            <a:ext cx="164399" cy="225324"/>
          </a:xfrm>
          <a:prstGeom prst="rect">
            <a:avLst/>
          </a:prstGeom>
        </p:spPr>
        <p:txBody>
          <a:bodyPr>
            <a:prstTxWarp prst="textPlain"/>
          </a:bodyPr>
          <a:lstStyle/>
          <a:p>
            <a:pPr lvl="0" algn="ctr"/>
            <a:r>
              <a:rPr b="1" i="0">
                <a:ln>
                  <a:noFill/>
                </a:ln>
                <a:solidFill>
                  <a:srgbClr val="6AA84F"/>
                </a:solidFill>
                <a:latin typeface="Montserrat"/>
              </a:rPr>
              <a:t>4</a:t>
            </a:r>
          </a:p>
        </p:txBody>
      </p:sp>
      <p:sp>
        <p:nvSpPr>
          <p:cNvPr id="125" name="Shape 125"/>
          <p:cNvSpPr/>
          <p:nvPr/>
        </p:nvSpPr>
        <p:spPr>
          <a:xfrm>
            <a:off x="6897399" y="729425"/>
            <a:ext cx="236724" cy="344535"/>
          </a:xfrm>
          <a:prstGeom prst="rect">
            <a:avLst/>
          </a:prstGeom>
        </p:spPr>
        <p:txBody>
          <a:bodyPr>
            <a:prstTxWarp prst="textPlain"/>
          </a:bodyPr>
          <a:lstStyle/>
          <a:p>
            <a:pPr lvl="0" algn="ctr"/>
            <a:r>
              <a:rPr b="0" i="0">
                <a:ln>
                  <a:noFill/>
                </a:ln>
                <a:solidFill>
                  <a:srgbClr val="6AA84F"/>
                </a:solidFill>
                <a:latin typeface="Abril Fatface"/>
              </a:rPr>
              <a:t>5</a:t>
            </a:r>
          </a:p>
        </p:txBody>
      </p:sp>
      <p:sp>
        <p:nvSpPr>
          <p:cNvPr id="126" name="Shape 126"/>
          <p:cNvSpPr/>
          <p:nvPr/>
        </p:nvSpPr>
        <p:spPr>
          <a:xfrm>
            <a:off x="8925942" y="4066262"/>
            <a:ext cx="236725" cy="304233"/>
          </a:xfrm>
          <a:prstGeom prst="rect">
            <a:avLst/>
          </a:prstGeom>
        </p:spPr>
        <p:txBody>
          <a:bodyPr>
            <a:prstTxWarp prst="textPlain"/>
          </a:bodyPr>
          <a:lstStyle/>
          <a:p>
            <a:pPr lvl="0" algn="ctr"/>
            <a:r>
              <a:rPr b="0" i="0">
                <a:ln>
                  <a:noFill/>
                </a:ln>
                <a:solidFill>
                  <a:srgbClr val="6AA84F"/>
                </a:solidFill>
                <a:latin typeface="Abril Fatface"/>
              </a:rPr>
              <a:t>8</a:t>
            </a:r>
          </a:p>
        </p:txBody>
      </p:sp>
      <p:sp>
        <p:nvSpPr>
          <p:cNvPr id="127" name="Shape 127"/>
          <p:cNvSpPr txBox="1"/>
          <p:nvPr>
            <p:ph type="title"/>
          </p:nvPr>
        </p:nvSpPr>
        <p:spPr>
          <a:xfrm>
            <a:off x="717780" y="780900"/>
            <a:ext cx="5169000" cy="697500"/>
          </a:xfrm>
          <a:prstGeom prst="rect">
            <a:avLst/>
          </a:prstGeom>
        </p:spPr>
        <p:txBody>
          <a:bodyPr anchorCtr="0" anchor="b" bIns="91425" lIns="91425" rIns="91425" wrap="square"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128" name="Shape 128"/>
          <p:cNvSpPr txBox="1"/>
          <p:nvPr>
            <p:ph idx="1" type="body"/>
          </p:nvPr>
        </p:nvSpPr>
        <p:spPr>
          <a:xfrm>
            <a:off x="717780" y="1513573"/>
            <a:ext cx="5169000" cy="3031200"/>
          </a:xfrm>
          <a:prstGeom prst="rect">
            <a:avLst/>
          </a:prstGeom>
        </p:spPr>
        <p:txBody>
          <a:bodyPr anchorCtr="0" anchor="t" bIns="91425" lIns="91425" rIns="91425" wrap="square"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woColTx">
  <p:cSld name="Title + 2 columns">
    <p:spTree>
      <p:nvGrpSpPr>
        <p:cNvPr id="129" name="Shape 129"/>
        <p:cNvGrpSpPr/>
        <p:nvPr/>
      </p:nvGrpSpPr>
      <p:grpSpPr>
        <a:xfrm>
          <a:off x="0" y="0"/>
          <a:ext cx="0" cy="0"/>
          <a:chOff x="0" y="0"/>
          <a:chExt cx="0" cy="0"/>
        </a:xfrm>
      </p:grpSpPr>
      <p:sp>
        <p:nvSpPr>
          <p:cNvPr id="130" name="Shape 130"/>
          <p:cNvSpPr/>
          <p:nvPr/>
        </p:nvSpPr>
        <p:spPr>
          <a:xfrm>
            <a:off x="7123399" y="2945300"/>
            <a:ext cx="1604424" cy="2273250"/>
          </a:xfrm>
          <a:prstGeom prst="rect">
            <a:avLst/>
          </a:prstGeom>
        </p:spPr>
        <p:txBody>
          <a:bodyPr>
            <a:prstTxWarp prst="textPlain"/>
          </a:bodyPr>
          <a:lstStyle/>
          <a:p>
            <a:pPr lvl="0" algn="ctr"/>
            <a:r>
              <a:rPr b="1" i="0">
                <a:ln>
                  <a:noFill/>
                </a:ln>
                <a:solidFill>
                  <a:srgbClr val="00BFC9">
                    <a:alpha val="45000"/>
                  </a:srgbClr>
                </a:solidFill>
                <a:latin typeface="Montserrat"/>
              </a:rPr>
              <a:t>5</a:t>
            </a:r>
          </a:p>
        </p:txBody>
      </p:sp>
      <p:sp>
        <p:nvSpPr>
          <p:cNvPr id="131" name="Shape 131"/>
          <p:cNvSpPr/>
          <p:nvPr/>
        </p:nvSpPr>
        <p:spPr>
          <a:xfrm>
            <a:off x="8411549" y="1666550"/>
            <a:ext cx="774324" cy="1088275"/>
          </a:xfrm>
          <a:prstGeom prst="rect">
            <a:avLst/>
          </a:prstGeom>
        </p:spPr>
        <p:txBody>
          <a:bodyPr>
            <a:prstTxWarp prst="textPlain"/>
          </a:bodyPr>
          <a:lstStyle/>
          <a:p>
            <a:pPr lvl="0" algn="ctr"/>
            <a:r>
              <a:rPr b="0" i="0">
                <a:ln>
                  <a:noFill/>
                </a:ln>
                <a:solidFill>
                  <a:srgbClr val="00BFC9">
                    <a:alpha val="45000"/>
                  </a:srgbClr>
                </a:solidFill>
                <a:latin typeface="Abril Fatface"/>
              </a:rPr>
              <a:t>3</a:t>
            </a:r>
          </a:p>
        </p:txBody>
      </p:sp>
      <p:sp>
        <p:nvSpPr>
          <p:cNvPr id="132" name="Shape 132"/>
          <p:cNvSpPr/>
          <p:nvPr/>
        </p:nvSpPr>
        <p:spPr>
          <a:xfrm>
            <a:off x="6567123" y="2997748"/>
            <a:ext cx="844060" cy="905441"/>
          </a:xfrm>
          <a:prstGeom prst="rect">
            <a:avLst/>
          </a:prstGeom>
        </p:spPr>
        <p:txBody>
          <a:bodyPr>
            <a:prstTxWarp prst="textPlain"/>
          </a:bodyPr>
          <a:lstStyle/>
          <a:p>
            <a:pPr lvl="0" algn="ctr"/>
            <a:r>
              <a:rPr b="1" i="0">
                <a:ln>
                  <a:noFill/>
                </a:ln>
                <a:solidFill>
                  <a:srgbClr val="00FFFF">
                    <a:alpha val="13460"/>
                  </a:srgbClr>
                </a:solidFill>
                <a:latin typeface="Montserrat"/>
              </a:rPr>
              <a:t>€</a:t>
            </a:r>
          </a:p>
        </p:txBody>
      </p:sp>
      <p:sp>
        <p:nvSpPr>
          <p:cNvPr id="133" name="Shape 133"/>
          <p:cNvSpPr/>
          <p:nvPr/>
        </p:nvSpPr>
        <p:spPr>
          <a:xfrm>
            <a:off x="7702425" y="944674"/>
            <a:ext cx="692017" cy="889382"/>
          </a:xfrm>
          <a:prstGeom prst="rect">
            <a:avLst/>
          </a:prstGeom>
        </p:spPr>
        <p:txBody>
          <a:bodyPr>
            <a:prstTxWarp prst="textPlain"/>
          </a:bodyPr>
          <a:lstStyle/>
          <a:p>
            <a:pPr lvl="0" algn="ctr"/>
            <a:r>
              <a:rPr b="0" i="0">
                <a:ln>
                  <a:noFill/>
                </a:ln>
                <a:solidFill>
                  <a:srgbClr val="00FFFF">
                    <a:alpha val="13460"/>
                  </a:srgbClr>
                </a:solidFill>
                <a:latin typeface="Abril Fatface"/>
              </a:rPr>
              <a:t>9</a:t>
            </a:r>
          </a:p>
        </p:txBody>
      </p:sp>
      <p:sp>
        <p:nvSpPr>
          <p:cNvPr id="134" name="Shape 134"/>
          <p:cNvSpPr/>
          <p:nvPr/>
        </p:nvSpPr>
        <p:spPr>
          <a:xfrm>
            <a:off x="8482541" y="3571675"/>
            <a:ext cx="432249" cy="668624"/>
          </a:xfrm>
          <a:prstGeom prst="rect">
            <a:avLst/>
          </a:prstGeom>
        </p:spPr>
        <p:txBody>
          <a:bodyPr>
            <a:prstTxWarp prst="textPlain"/>
          </a:bodyPr>
          <a:lstStyle/>
          <a:p>
            <a:pPr lvl="0" algn="ctr"/>
            <a:r>
              <a:rPr b="0" i="0">
                <a:ln>
                  <a:noFill/>
                </a:ln>
                <a:solidFill>
                  <a:srgbClr val="00BFC9">
                    <a:alpha val="45000"/>
                  </a:srgbClr>
                </a:solidFill>
                <a:latin typeface="Abril Fatface"/>
              </a:rPr>
              <a:t>7</a:t>
            </a:r>
          </a:p>
        </p:txBody>
      </p:sp>
      <p:sp>
        <p:nvSpPr>
          <p:cNvPr id="135" name="Shape 135"/>
          <p:cNvSpPr/>
          <p:nvPr/>
        </p:nvSpPr>
        <p:spPr>
          <a:xfrm>
            <a:off x="7956575" y="-147125"/>
            <a:ext cx="968664" cy="1446866"/>
          </a:xfrm>
          <a:prstGeom prst="rect">
            <a:avLst/>
          </a:prstGeom>
        </p:spPr>
        <p:txBody>
          <a:bodyPr>
            <a:prstTxWarp prst="textPlain"/>
          </a:bodyPr>
          <a:lstStyle/>
          <a:p>
            <a:pPr lvl="0" algn="ctr"/>
            <a:r>
              <a:rPr b="1" i="0">
                <a:ln>
                  <a:noFill/>
                </a:ln>
                <a:solidFill>
                  <a:srgbClr val="00BFC9">
                    <a:alpha val="45000"/>
                  </a:srgbClr>
                </a:solidFill>
                <a:latin typeface="Montserrat"/>
              </a:rPr>
              <a:t>$</a:t>
            </a:r>
          </a:p>
        </p:txBody>
      </p:sp>
      <p:sp>
        <p:nvSpPr>
          <p:cNvPr id="136" name="Shape 136"/>
          <p:cNvSpPr/>
          <p:nvPr/>
        </p:nvSpPr>
        <p:spPr>
          <a:xfrm>
            <a:off x="7524777" y="-48672"/>
            <a:ext cx="432249" cy="597585"/>
          </a:xfrm>
          <a:prstGeom prst="rect">
            <a:avLst/>
          </a:prstGeom>
        </p:spPr>
        <p:txBody>
          <a:bodyPr>
            <a:prstTxWarp prst="textPlain"/>
          </a:bodyPr>
          <a:lstStyle/>
          <a:p>
            <a:pPr lvl="0" algn="ctr"/>
            <a:r>
              <a:rPr b="0" i="0">
                <a:ln>
                  <a:noFill/>
                </a:ln>
                <a:solidFill>
                  <a:srgbClr val="00FFFF">
                    <a:alpha val="13460"/>
                  </a:srgbClr>
                </a:solidFill>
                <a:latin typeface="Abril Fatface"/>
              </a:rPr>
              <a:t>£</a:t>
            </a:r>
          </a:p>
        </p:txBody>
      </p:sp>
      <p:sp>
        <p:nvSpPr>
          <p:cNvPr id="137" name="Shape 137"/>
          <p:cNvSpPr/>
          <p:nvPr/>
        </p:nvSpPr>
        <p:spPr>
          <a:xfrm>
            <a:off x="7153450" y="1200149"/>
            <a:ext cx="336025" cy="620550"/>
          </a:xfrm>
          <a:prstGeom prst="rect">
            <a:avLst/>
          </a:prstGeom>
        </p:spPr>
        <p:txBody>
          <a:bodyPr>
            <a:prstTxWarp prst="textPlain"/>
          </a:bodyPr>
          <a:lstStyle/>
          <a:p>
            <a:pPr lvl="0" algn="ctr"/>
            <a:r>
              <a:rPr b="0" i="0">
                <a:ln>
                  <a:noFill/>
                </a:ln>
                <a:solidFill>
                  <a:srgbClr val="00BFC9">
                    <a:alpha val="45000"/>
                  </a:srgbClr>
                </a:solidFill>
                <a:latin typeface="Abril Fatface"/>
              </a:rPr>
              <a:t>1</a:t>
            </a:r>
          </a:p>
        </p:txBody>
      </p:sp>
      <p:sp>
        <p:nvSpPr>
          <p:cNvPr id="138" name="Shape 138"/>
          <p:cNvSpPr/>
          <p:nvPr/>
        </p:nvSpPr>
        <p:spPr>
          <a:xfrm>
            <a:off x="7524775" y="1712999"/>
            <a:ext cx="1106399" cy="1498050"/>
          </a:xfrm>
          <a:prstGeom prst="rect">
            <a:avLst/>
          </a:prstGeom>
        </p:spPr>
        <p:txBody>
          <a:bodyPr>
            <a:prstTxWarp prst="textPlain"/>
          </a:bodyPr>
          <a:lstStyle/>
          <a:p>
            <a:pPr lvl="0" algn="ctr"/>
            <a:r>
              <a:rPr b="1" i="0">
                <a:ln>
                  <a:noFill/>
                </a:ln>
                <a:solidFill>
                  <a:srgbClr val="00FFFF">
                    <a:alpha val="13460"/>
                  </a:srgbClr>
                </a:solidFill>
                <a:latin typeface="Montserrat"/>
              </a:rPr>
              <a:t>8</a:t>
            </a:r>
          </a:p>
        </p:txBody>
      </p:sp>
      <p:sp>
        <p:nvSpPr>
          <p:cNvPr id="139" name="Shape 139"/>
          <p:cNvSpPr/>
          <p:nvPr/>
        </p:nvSpPr>
        <p:spPr>
          <a:xfrm rot="-5400000">
            <a:off x="7167501" y="893428"/>
            <a:ext cx="564599" cy="444900"/>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140" name="Shape 140"/>
          <p:cNvSpPr/>
          <p:nvPr/>
        </p:nvSpPr>
        <p:spPr>
          <a:xfrm rot="5400000">
            <a:off x="8455975" y="4580950"/>
            <a:ext cx="485399" cy="334799"/>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141" name="Shape 141"/>
          <p:cNvSpPr/>
          <p:nvPr/>
        </p:nvSpPr>
        <p:spPr>
          <a:xfrm>
            <a:off x="7301600" y="2427892"/>
            <a:ext cx="296397" cy="419653"/>
          </a:xfrm>
          <a:prstGeom prst="rect">
            <a:avLst/>
          </a:prstGeom>
        </p:spPr>
        <p:txBody>
          <a:bodyPr>
            <a:prstTxWarp prst="textPlain"/>
          </a:bodyPr>
          <a:lstStyle/>
          <a:p>
            <a:pPr lvl="0" algn="ctr"/>
            <a:r>
              <a:rPr b="1" i="0">
                <a:ln>
                  <a:noFill/>
                </a:ln>
                <a:solidFill>
                  <a:srgbClr val="6AA84F"/>
                </a:solidFill>
                <a:latin typeface="Montserrat"/>
              </a:rPr>
              <a:t>2</a:t>
            </a:r>
          </a:p>
        </p:txBody>
      </p:sp>
      <p:sp>
        <p:nvSpPr>
          <p:cNvPr id="142" name="Shape 142"/>
          <p:cNvSpPr/>
          <p:nvPr/>
        </p:nvSpPr>
        <p:spPr>
          <a:xfrm>
            <a:off x="8668228" y="988755"/>
            <a:ext cx="354502" cy="423174"/>
          </a:xfrm>
          <a:prstGeom prst="rect">
            <a:avLst/>
          </a:prstGeom>
        </p:spPr>
        <p:txBody>
          <a:bodyPr>
            <a:prstTxWarp prst="textPlain"/>
          </a:bodyPr>
          <a:lstStyle/>
          <a:p>
            <a:pPr lvl="0" algn="ctr"/>
            <a:r>
              <a:rPr b="0" i="0">
                <a:ln>
                  <a:noFill/>
                </a:ln>
                <a:solidFill>
                  <a:srgbClr val="6AA84F"/>
                </a:solidFill>
                <a:latin typeface="Abril Fatface"/>
              </a:rPr>
              <a:t>0</a:t>
            </a:r>
          </a:p>
        </p:txBody>
      </p:sp>
      <p:sp>
        <p:nvSpPr>
          <p:cNvPr id="143" name="Shape 143"/>
          <p:cNvSpPr/>
          <p:nvPr/>
        </p:nvSpPr>
        <p:spPr>
          <a:xfrm>
            <a:off x="8763900" y="3127992"/>
            <a:ext cx="279674" cy="289205"/>
          </a:xfrm>
          <a:prstGeom prst="rect">
            <a:avLst/>
          </a:prstGeom>
        </p:spPr>
        <p:txBody>
          <a:bodyPr>
            <a:prstTxWarp prst="textPlain"/>
          </a:bodyPr>
          <a:lstStyle/>
          <a:p>
            <a:pPr lvl="0" algn="ctr"/>
            <a:r>
              <a:rPr b="1" i="0">
                <a:ln>
                  <a:noFill/>
                </a:ln>
                <a:solidFill>
                  <a:srgbClr val="6AA84F"/>
                </a:solidFill>
                <a:latin typeface="Montserrat"/>
              </a:rPr>
              <a:t>¥</a:t>
            </a:r>
          </a:p>
        </p:txBody>
      </p:sp>
      <p:sp>
        <p:nvSpPr>
          <p:cNvPr id="144" name="Shape 144"/>
          <p:cNvSpPr/>
          <p:nvPr/>
        </p:nvSpPr>
        <p:spPr>
          <a:xfrm>
            <a:off x="7233390" y="1950961"/>
            <a:ext cx="236740" cy="289199"/>
          </a:xfrm>
          <a:prstGeom prst="rect">
            <a:avLst/>
          </a:prstGeom>
        </p:spPr>
        <p:txBody>
          <a:bodyPr>
            <a:prstTxWarp prst="textPlain"/>
          </a:bodyPr>
          <a:lstStyle/>
          <a:p>
            <a:pPr lvl="0" algn="ctr"/>
            <a:r>
              <a:rPr b="0" i="0">
                <a:ln>
                  <a:noFill/>
                </a:ln>
                <a:solidFill>
                  <a:srgbClr val="00FFFF">
                    <a:alpha val="13460"/>
                  </a:srgbClr>
                </a:solidFill>
                <a:latin typeface="Abril Fatface"/>
              </a:rPr>
              <a:t>4</a:t>
            </a:r>
          </a:p>
        </p:txBody>
      </p:sp>
      <p:sp>
        <p:nvSpPr>
          <p:cNvPr id="145" name="Shape 145"/>
          <p:cNvSpPr/>
          <p:nvPr/>
        </p:nvSpPr>
        <p:spPr>
          <a:xfrm>
            <a:off x="6811905" y="-87455"/>
            <a:ext cx="652469" cy="905450"/>
          </a:xfrm>
          <a:prstGeom prst="rect">
            <a:avLst/>
          </a:prstGeom>
        </p:spPr>
        <p:txBody>
          <a:bodyPr>
            <a:prstTxWarp prst="textPlain"/>
          </a:bodyPr>
          <a:lstStyle/>
          <a:p>
            <a:pPr lvl="0" algn="ctr"/>
            <a:r>
              <a:rPr b="1" i="0">
                <a:ln>
                  <a:noFill/>
                </a:ln>
                <a:solidFill>
                  <a:srgbClr val="00FFFF">
                    <a:alpha val="13460"/>
                  </a:srgbClr>
                </a:solidFill>
                <a:latin typeface="Montserrat"/>
              </a:rPr>
              <a:t>6</a:t>
            </a:r>
          </a:p>
        </p:txBody>
      </p:sp>
      <p:sp>
        <p:nvSpPr>
          <p:cNvPr id="146" name="Shape 146"/>
          <p:cNvSpPr/>
          <p:nvPr/>
        </p:nvSpPr>
        <p:spPr>
          <a:xfrm>
            <a:off x="7662626" y="662322"/>
            <a:ext cx="87721" cy="216665"/>
          </a:xfrm>
          <a:prstGeom prst="rect">
            <a:avLst/>
          </a:prstGeom>
        </p:spPr>
        <p:txBody>
          <a:bodyPr>
            <a:prstTxWarp prst="textPlain"/>
          </a:bodyPr>
          <a:lstStyle/>
          <a:p>
            <a:pPr lvl="0" algn="ctr"/>
            <a:r>
              <a:rPr b="1" i="0">
                <a:ln>
                  <a:noFill/>
                </a:ln>
                <a:solidFill>
                  <a:srgbClr val="6AA84F"/>
                </a:solidFill>
                <a:latin typeface="Montserrat"/>
              </a:rPr>
              <a:t>1</a:t>
            </a:r>
          </a:p>
        </p:txBody>
      </p:sp>
      <p:sp>
        <p:nvSpPr>
          <p:cNvPr id="147" name="Shape 147"/>
          <p:cNvSpPr/>
          <p:nvPr/>
        </p:nvSpPr>
        <p:spPr>
          <a:xfrm>
            <a:off x="6992802" y="3859302"/>
            <a:ext cx="164399" cy="225324"/>
          </a:xfrm>
          <a:prstGeom prst="rect">
            <a:avLst/>
          </a:prstGeom>
        </p:spPr>
        <p:txBody>
          <a:bodyPr>
            <a:prstTxWarp prst="textPlain"/>
          </a:bodyPr>
          <a:lstStyle/>
          <a:p>
            <a:pPr lvl="0" algn="ctr"/>
            <a:r>
              <a:rPr b="1" i="0">
                <a:ln>
                  <a:noFill/>
                </a:ln>
                <a:solidFill>
                  <a:srgbClr val="6AA84F"/>
                </a:solidFill>
                <a:latin typeface="Montserrat"/>
              </a:rPr>
              <a:t>4</a:t>
            </a:r>
          </a:p>
        </p:txBody>
      </p:sp>
      <p:sp>
        <p:nvSpPr>
          <p:cNvPr id="148" name="Shape 148"/>
          <p:cNvSpPr/>
          <p:nvPr/>
        </p:nvSpPr>
        <p:spPr>
          <a:xfrm>
            <a:off x="6897399" y="729425"/>
            <a:ext cx="236724" cy="344535"/>
          </a:xfrm>
          <a:prstGeom prst="rect">
            <a:avLst/>
          </a:prstGeom>
        </p:spPr>
        <p:txBody>
          <a:bodyPr>
            <a:prstTxWarp prst="textPlain"/>
          </a:bodyPr>
          <a:lstStyle/>
          <a:p>
            <a:pPr lvl="0" algn="ctr"/>
            <a:r>
              <a:rPr b="0" i="0">
                <a:ln>
                  <a:noFill/>
                </a:ln>
                <a:solidFill>
                  <a:srgbClr val="6AA84F"/>
                </a:solidFill>
                <a:latin typeface="Abril Fatface"/>
              </a:rPr>
              <a:t>5</a:t>
            </a:r>
          </a:p>
        </p:txBody>
      </p:sp>
      <p:sp>
        <p:nvSpPr>
          <p:cNvPr id="149" name="Shape 149"/>
          <p:cNvSpPr/>
          <p:nvPr/>
        </p:nvSpPr>
        <p:spPr>
          <a:xfrm>
            <a:off x="8925942" y="4066262"/>
            <a:ext cx="236725" cy="304233"/>
          </a:xfrm>
          <a:prstGeom prst="rect">
            <a:avLst/>
          </a:prstGeom>
        </p:spPr>
        <p:txBody>
          <a:bodyPr>
            <a:prstTxWarp prst="textPlain"/>
          </a:bodyPr>
          <a:lstStyle/>
          <a:p>
            <a:pPr lvl="0" algn="ctr"/>
            <a:r>
              <a:rPr b="0" i="0">
                <a:ln>
                  <a:noFill/>
                </a:ln>
                <a:solidFill>
                  <a:srgbClr val="6AA84F"/>
                </a:solidFill>
                <a:latin typeface="Abril Fatface"/>
              </a:rPr>
              <a:t>8</a:t>
            </a:r>
          </a:p>
        </p:txBody>
      </p:sp>
      <p:sp>
        <p:nvSpPr>
          <p:cNvPr id="150" name="Shape 150"/>
          <p:cNvSpPr txBox="1"/>
          <p:nvPr>
            <p:ph type="title"/>
          </p:nvPr>
        </p:nvSpPr>
        <p:spPr>
          <a:xfrm>
            <a:off x="735875" y="780900"/>
            <a:ext cx="5917199" cy="697500"/>
          </a:xfrm>
          <a:prstGeom prst="rect">
            <a:avLst/>
          </a:prstGeom>
        </p:spPr>
        <p:txBody>
          <a:bodyPr anchorCtr="0" anchor="b" bIns="91425" lIns="91425" rIns="91425" wrap="square"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151" name="Shape 151"/>
          <p:cNvSpPr txBox="1"/>
          <p:nvPr>
            <p:ph idx="1" type="body"/>
          </p:nvPr>
        </p:nvSpPr>
        <p:spPr>
          <a:xfrm>
            <a:off x="735875" y="1478400"/>
            <a:ext cx="2667599" cy="3447299"/>
          </a:xfrm>
          <a:prstGeom prst="rect">
            <a:avLst/>
          </a:prstGeom>
        </p:spPr>
        <p:txBody>
          <a:bodyPr anchorCtr="0" anchor="t" bIns="91425" lIns="91425" rIns="91425" wrap="square" tIns="91425"/>
          <a:lstStyle>
            <a:lvl1pPr lvl="0">
              <a:spcBef>
                <a:spcPts val="0"/>
              </a:spcBef>
              <a:buSzPct val="100000"/>
              <a:defRPr sz="1800"/>
            </a:lvl1pPr>
            <a:lvl2pPr lvl="1">
              <a:spcBef>
                <a:spcPts val="0"/>
              </a:spcBef>
              <a:buSzPct val="100000"/>
              <a:defRPr sz="1800"/>
            </a:lvl2pPr>
            <a:lvl3pPr lvl="2">
              <a:spcBef>
                <a:spcPts val="0"/>
              </a:spcBef>
              <a:buSzPct val="100000"/>
              <a:defRPr sz="1800"/>
            </a:lvl3pPr>
            <a:lvl4pPr lvl="3">
              <a:spcBef>
                <a:spcPts val="0"/>
              </a:spcBef>
              <a:buSzPct val="100000"/>
              <a:defRPr sz="1800"/>
            </a:lvl4pPr>
            <a:lvl5pPr lvl="4">
              <a:spcBef>
                <a:spcPts val="0"/>
              </a:spcBef>
              <a:buSzPct val="100000"/>
              <a:defRPr sz="1800"/>
            </a:lvl5pPr>
            <a:lvl6pPr lvl="5">
              <a:spcBef>
                <a:spcPts val="0"/>
              </a:spcBef>
              <a:buSzPct val="100000"/>
              <a:defRPr sz="1800"/>
            </a:lvl6pPr>
            <a:lvl7pPr lvl="6">
              <a:spcBef>
                <a:spcPts val="0"/>
              </a:spcBef>
              <a:buSzPct val="100000"/>
              <a:defRPr sz="1800"/>
            </a:lvl7pPr>
            <a:lvl8pPr lvl="7">
              <a:spcBef>
                <a:spcPts val="0"/>
              </a:spcBef>
              <a:buSzPct val="100000"/>
              <a:defRPr sz="1800"/>
            </a:lvl8pPr>
            <a:lvl9pPr lvl="8">
              <a:spcBef>
                <a:spcPts val="0"/>
              </a:spcBef>
              <a:buSzPct val="100000"/>
              <a:defRPr sz="1800"/>
            </a:lvl9pPr>
          </a:lstStyle>
          <a:p/>
        </p:txBody>
      </p:sp>
      <p:sp>
        <p:nvSpPr>
          <p:cNvPr id="152" name="Shape 152"/>
          <p:cNvSpPr txBox="1"/>
          <p:nvPr>
            <p:ph idx="2" type="body"/>
          </p:nvPr>
        </p:nvSpPr>
        <p:spPr>
          <a:xfrm>
            <a:off x="3563909" y="1478400"/>
            <a:ext cx="2667599" cy="3447299"/>
          </a:xfrm>
          <a:prstGeom prst="rect">
            <a:avLst/>
          </a:prstGeom>
        </p:spPr>
        <p:txBody>
          <a:bodyPr anchorCtr="0" anchor="t" bIns="91425" lIns="91425" rIns="91425" wrap="square" tIns="91425"/>
          <a:lstStyle>
            <a:lvl1pPr lvl="0">
              <a:spcBef>
                <a:spcPts val="0"/>
              </a:spcBef>
              <a:buSzPct val="100000"/>
              <a:defRPr sz="1800"/>
            </a:lvl1pPr>
            <a:lvl2pPr lvl="1">
              <a:spcBef>
                <a:spcPts val="0"/>
              </a:spcBef>
              <a:buSzPct val="100000"/>
              <a:defRPr sz="1800"/>
            </a:lvl2pPr>
            <a:lvl3pPr lvl="2">
              <a:spcBef>
                <a:spcPts val="0"/>
              </a:spcBef>
              <a:buSzPct val="100000"/>
              <a:defRPr sz="1800"/>
            </a:lvl3pPr>
            <a:lvl4pPr lvl="3">
              <a:spcBef>
                <a:spcPts val="0"/>
              </a:spcBef>
              <a:buSzPct val="100000"/>
              <a:defRPr sz="1800"/>
            </a:lvl4pPr>
            <a:lvl5pPr lvl="4">
              <a:spcBef>
                <a:spcPts val="0"/>
              </a:spcBef>
              <a:buSzPct val="100000"/>
              <a:defRPr sz="1800"/>
            </a:lvl5pPr>
            <a:lvl6pPr lvl="5">
              <a:spcBef>
                <a:spcPts val="0"/>
              </a:spcBef>
              <a:buSzPct val="100000"/>
              <a:defRPr sz="1800"/>
            </a:lvl6pPr>
            <a:lvl7pPr lvl="6">
              <a:spcBef>
                <a:spcPts val="0"/>
              </a:spcBef>
              <a:buSzPct val="100000"/>
              <a:defRPr sz="1800"/>
            </a:lvl7pPr>
            <a:lvl8pPr lvl="7">
              <a:spcBef>
                <a:spcPts val="0"/>
              </a:spcBef>
              <a:buSzPct val="100000"/>
              <a:defRPr sz="1800"/>
            </a:lvl8pPr>
            <a:lvl9pPr lvl="8">
              <a:spcBef>
                <a:spcPts val="0"/>
              </a:spcBef>
              <a:buSzPct val="100000"/>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Title + 3 columns">
    <p:spTree>
      <p:nvGrpSpPr>
        <p:cNvPr id="153" name="Shape 153"/>
        <p:cNvGrpSpPr/>
        <p:nvPr/>
      </p:nvGrpSpPr>
      <p:grpSpPr>
        <a:xfrm>
          <a:off x="0" y="0"/>
          <a:ext cx="0" cy="0"/>
          <a:chOff x="0" y="0"/>
          <a:chExt cx="0" cy="0"/>
        </a:xfrm>
      </p:grpSpPr>
      <p:sp>
        <p:nvSpPr>
          <p:cNvPr id="154" name="Shape 154"/>
          <p:cNvSpPr/>
          <p:nvPr/>
        </p:nvSpPr>
        <p:spPr>
          <a:xfrm>
            <a:off x="7123399" y="2945300"/>
            <a:ext cx="1604424" cy="2273250"/>
          </a:xfrm>
          <a:prstGeom prst="rect">
            <a:avLst/>
          </a:prstGeom>
        </p:spPr>
        <p:txBody>
          <a:bodyPr>
            <a:prstTxWarp prst="textPlain"/>
          </a:bodyPr>
          <a:lstStyle/>
          <a:p>
            <a:pPr lvl="0" algn="ctr"/>
            <a:r>
              <a:rPr b="1" i="0">
                <a:ln>
                  <a:noFill/>
                </a:ln>
                <a:solidFill>
                  <a:srgbClr val="00BFC9">
                    <a:alpha val="45000"/>
                  </a:srgbClr>
                </a:solidFill>
                <a:latin typeface="Montserrat"/>
              </a:rPr>
              <a:t>5</a:t>
            </a:r>
          </a:p>
        </p:txBody>
      </p:sp>
      <p:sp>
        <p:nvSpPr>
          <p:cNvPr id="155" name="Shape 155"/>
          <p:cNvSpPr/>
          <p:nvPr/>
        </p:nvSpPr>
        <p:spPr>
          <a:xfrm>
            <a:off x="8411549" y="1666550"/>
            <a:ext cx="774324" cy="1088275"/>
          </a:xfrm>
          <a:prstGeom prst="rect">
            <a:avLst/>
          </a:prstGeom>
        </p:spPr>
        <p:txBody>
          <a:bodyPr>
            <a:prstTxWarp prst="textPlain"/>
          </a:bodyPr>
          <a:lstStyle/>
          <a:p>
            <a:pPr lvl="0" algn="ctr"/>
            <a:r>
              <a:rPr b="0" i="0">
                <a:ln>
                  <a:noFill/>
                </a:ln>
                <a:solidFill>
                  <a:srgbClr val="00BFC9">
                    <a:alpha val="45000"/>
                  </a:srgbClr>
                </a:solidFill>
                <a:latin typeface="Abril Fatface"/>
              </a:rPr>
              <a:t>3</a:t>
            </a:r>
          </a:p>
        </p:txBody>
      </p:sp>
      <p:sp>
        <p:nvSpPr>
          <p:cNvPr id="156" name="Shape 156"/>
          <p:cNvSpPr/>
          <p:nvPr/>
        </p:nvSpPr>
        <p:spPr>
          <a:xfrm>
            <a:off x="6567123" y="2997748"/>
            <a:ext cx="844060" cy="905441"/>
          </a:xfrm>
          <a:prstGeom prst="rect">
            <a:avLst/>
          </a:prstGeom>
        </p:spPr>
        <p:txBody>
          <a:bodyPr>
            <a:prstTxWarp prst="textPlain"/>
          </a:bodyPr>
          <a:lstStyle/>
          <a:p>
            <a:pPr lvl="0" algn="ctr"/>
            <a:r>
              <a:rPr b="1" i="0">
                <a:ln>
                  <a:noFill/>
                </a:ln>
                <a:solidFill>
                  <a:srgbClr val="00FFFF">
                    <a:alpha val="13460"/>
                  </a:srgbClr>
                </a:solidFill>
                <a:latin typeface="Montserrat"/>
              </a:rPr>
              <a:t>€</a:t>
            </a:r>
          </a:p>
        </p:txBody>
      </p:sp>
      <p:sp>
        <p:nvSpPr>
          <p:cNvPr id="157" name="Shape 157"/>
          <p:cNvSpPr/>
          <p:nvPr/>
        </p:nvSpPr>
        <p:spPr>
          <a:xfrm>
            <a:off x="7702425" y="944674"/>
            <a:ext cx="692017" cy="889382"/>
          </a:xfrm>
          <a:prstGeom prst="rect">
            <a:avLst/>
          </a:prstGeom>
        </p:spPr>
        <p:txBody>
          <a:bodyPr>
            <a:prstTxWarp prst="textPlain"/>
          </a:bodyPr>
          <a:lstStyle/>
          <a:p>
            <a:pPr lvl="0" algn="ctr"/>
            <a:r>
              <a:rPr b="0" i="0">
                <a:ln>
                  <a:noFill/>
                </a:ln>
                <a:solidFill>
                  <a:srgbClr val="00FFFF">
                    <a:alpha val="13460"/>
                  </a:srgbClr>
                </a:solidFill>
                <a:latin typeface="Abril Fatface"/>
              </a:rPr>
              <a:t>9</a:t>
            </a:r>
          </a:p>
        </p:txBody>
      </p:sp>
      <p:sp>
        <p:nvSpPr>
          <p:cNvPr id="158" name="Shape 158"/>
          <p:cNvSpPr/>
          <p:nvPr/>
        </p:nvSpPr>
        <p:spPr>
          <a:xfrm>
            <a:off x="8482541" y="3571675"/>
            <a:ext cx="432249" cy="668624"/>
          </a:xfrm>
          <a:prstGeom prst="rect">
            <a:avLst/>
          </a:prstGeom>
        </p:spPr>
        <p:txBody>
          <a:bodyPr>
            <a:prstTxWarp prst="textPlain"/>
          </a:bodyPr>
          <a:lstStyle/>
          <a:p>
            <a:pPr lvl="0" algn="ctr"/>
            <a:r>
              <a:rPr b="0" i="0">
                <a:ln>
                  <a:noFill/>
                </a:ln>
                <a:solidFill>
                  <a:srgbClr val="00BFC9">
                    <a:alpha val="45000"/>
                  </a:srgbClr>
                </a:solidFill>
                <a:latin typeface="Abril Fatface"/>
              </a:rPr>
              <a:t>7</a:t>
            </a:r>
          </a:p>
        </p:txBody>
      </p:sp>
      <p:sp>
        <p:nvSpPr>
          <p:cNvPr id="159" name="Shape 159"/>
          <p:cNvSpPr/>
          <p:nvPr/>
        </p:nvSpPr>
        <p:spPr>
          <a:xfrm>
            <a:off x="7956575" y="-147125"/>
            <a:ext cx="968664" cy="1446866"/>
          </a:xfrm>
          <a:prstGeom prst="rect">
            <a:avLst/>
          </a:prstGeom>
        </p:spPr>
        <p:txBody>
          <a:bodyPr>
            <a:prstTxWarp prst="textPlain"/>
          </a:bodyPr>
          <a:lstStyle/>
          <a:p>
            <a:pPr lvl="0" algn="ctr"/>
            <a:r>
              <a:rPr b="1" i="0">
                <a:ln>
                  <a:noFill/>
                </a:ln>
                <a:solidFill>
                  <a:srgbClr val="00BFC9">
                    <a:alpha val="45000"/>
                  </a:srgbClr>
                </a:solidFill>
                <a:latin typeface="Montserrat"/>
              </a:rPr>
              <a:t>$</a:t>
            </a:r>
          </a:p>
        </p:txBody>
      </p:sp>
      <p:sp>
        <p:nvSpPr>
          <p:cNvPr id="160" name="Shape 160"/>
          <p:cNvSpPr/>
          <p:nvPr/>
        </p:nvSpPr>
        <p:spPr>
          <a:xfrm>
            <a:off x="7524777" y="-48672"/>
            <a:ext cx="432249" cy="597585"/>
          </a:xfrm>
          <a:prstGeom prst="rect">
            <a:avLst/>
          </a:prstGeom>
        </p:spPr>
        <p:txBody>
          <a:bodyPr>
            <a:prstTxWarp prst="textPlain"/>
          </a:bodyPr>
          <a:lstStyle/>
          <a:p>
            <a:pPr lvl="0" algn="ctr"/>
            <a:r>
              <a:rPr b="0" i="0">
                <a:ln>
                  <a:noFill/>
                </a:ln>
                <a:solidFill>
                  <a:srgbClr val="00FFFF">
                    <a:alpha val="13460"/>
                  </a:srgbClr>
                </a:solidFill>
                <a:latin typeface="Abril Fatface"/>
              </a:rPr>
              <a:t>£</a:t>
            </a:r>
          </a:p>
        </p:txBody>
      </p:sp>
      <p:sp>
        <p:nvSpPr>
          <p:cNvPr id="161" name="Shape 161"/>
          <p:cNvSpPr/>
          <p:nvPr/>
        </p:nvSpPr>
        <p:spPr>
          <a:xfrm>
            <a:off x="7153450" y="1200149"/>
            <a:ext cx="336025" cy="620550"/>
          </a:xfrm>
          <a:prstGeom prst="rect">
            <a:avLst/>
          </a:prstGeom>
        </p:spPr>
        <p:txBody>
          <a:bodyPr>
            <a:prstTxWarp prst="textPlain"/>
          </a:bodyPr>
          <a:lstStyle/>
          <a:p>
            <a:pPr lvl="0" algn="ctr"/>
            <a:r>
              <a:rPr b="0" i="0">
                <a:ln>
                  <a:noFill/>
                </a:ln>
                <a:solidFill>
                  <a:srgbClr val="00BFC9">
                    <a:alpha val="45000"/>
                  </a:srgbClr>
                </a:solidFill>
                <a:latin typeface="Abril Fatface"/>
              </a:rPr>
              <a:t>1</a:t>
            </a:r>
          </a:p>
        </p:txBody>
      </p:sp>
      <p:sp>
        <p:nvSpPr>
          <p:cNvPr id="162" name="Shape 162"/>
          <p:cNvSpPr/>
          <p:nvPr/>
        </p:nvSpPr>
        <p:spPr>
          <a:xfrm>
            <a:off x="7524775" y="1712999"/>
            <a:ext cx="1106399" cy="1498050"/>
          </a:xfrm>
          <a:prstGeom prst="rect">
            <a:avLst/>
          </a:prstGeom>
        </p:spPr>
        <p:txBody>
          <a:bodyPr>
            <a:prstTxWarp prst="textPlain"/>
          </a:bodyPr>
          <a:lstStyle/>
          <a:p>
            <a:pPr lvl="0" algn="ctr"/>
            <a:r>
              <a:rPr b="1" i="0">
                <a:ln>
                  <a:noFill/>
                </a:ln>
                <a:solidFill>
                  <a:srgbClr val="00FFFF">
                    <a:alpha val="13460"/>
                  </a:srgbClr>
                </a:solidFill>
                <a:latin typeface="Montserrat"/>
              </a:rPr>
              <a:t>8</a:t>
            </a:r>
          </a:p>
        </p:txBody>
      </p:sp>
      <p:sp>
        <p:nvSpPr>
          <p:cNvPr id="163" name="Shape 163"/>
          <p:cNvSpPr/>
          <p:nvPr/>
        </p:nvSpPr>
        <p:spPr>
          <a:xfrm rot="-5400000">
            <a:off x="7167501" y="893428"/>
            <a:ext cx="564599" cy="444900"/>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164" name="Shape 164"/>
          <p:cNvSpPr/>
          <p:nvPr/>
        </p:nvSpPr>
        <p:spPr>
          <a:xfrm rot="5400000">
            <a:off x="8455975" y="4580950"/>
            <a:ext cx="485399" cy="334799"/>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165" name="Shape 165"/>
          <p:cNvSpPr/>
          <p:nvPr/>
        </p:nvSpPr>
        <p:spPr>
          <a:xfrm>
            <a:off x="7301600" y="2427892"/>
            <a:ext cx="296397" cy="419653"/>
          </a:xfrm>
          <a:prstGeom prst="rect">
            <a:avLst/>
          </a:prstGeom>
        </p:spPr>
        <p:txBody>
          <a:bodyPr>
            <a:prstTxWarp prst="textPlain"/>
          </a:bodyPr>
          <a:lstStyle/>
          <a:p>
            <a:pPr lvl="0" algn="ctr"/>
            <a:r>
              <a:rPr b="1" i="0">
                <a:ln>
                  <a:noFill/>
                </a:ln>
                <a:solidFill>
                  <a:srgbClr val="6AA84F"/>
                </a:solidFill>
                <a:latin typeface="Montserrat"/>
              </a:rPr>
              <a:t>2</a:t>
            </a:r>
          </a:p>
        </p:txBody>
      </p:sp>
      <p:sp>
        <p:nvSpPr>
          <p:cNvPr id="166" name="Shape 166"/>
          <p:cNvSpPr/>
          <p:nvPr/>
        </p:nvSpPr>
        <p:spPr>
          <a:xfrm>
            <a:off x="8668228" y="988755"/>
            <a:ext cx="354502" cy="423174"/>
          </a:xfrm>
          <a:prstGeom prst="rect">
            <a:avLst/>
          </a:prstGeom>
        </p:spPr>
        <p:txBody>
          <a:bodyPr>
            <a:prstTxWarp prst="textPlain"/>
          </a:bodyPr>
          <a:lstStyle/>
          <a:p>
            <a:pPr lvl="0" algn="ctr"/>
            <a:r>
              <a:rPr b="0" i="0">
                <a:ln>
                  <a:noFill/>
                </a:ln>
                <a:solidFill>
                  <a:srgbClr val="6AA84F"/>
                </a:solidFill>
                <a:latin typeface="Abril Fatface"/>
              </a:rPr>
              <a:t>0</a:t>
            </a:r>
          </a:p>
        </p:txBody>
      </p:sp>
      <p:sp>
        <p:nvSpPr>
          <p:cNvPr id="167" name="Shape 167"/>
          <p:cNvSpPr/>
          <p:nvPr/>
        </p:nvSpPr>
        <p:spPr>
          <a:xfrm>
            <a:off x="8763900" y="3127992"/>
            <a:ext cx="279674" cy="289205"/>
          </a:xfrm>
          <a:prstGeom prst="rect">
            <a:avLst/>
          </a:prstGeom>
        </p:spPr>
        <p:txBody>
          <a:bodyPr>
            <a:prstTxWarp prst="textPlain"/>
          </a:bodyPr>
          <a:lstStyle/>
          <a:p>
            <a:pPr lvl="0" algn="ctr"/>
            <a:r>
              <a:rPr b="1" i="0">
                <a:ln>
                  <a:noFill/>
                </a:ln>
                <a:solidFill>
                  <a:srgbClr val="6AA84F"/>
                </a:solidFill>
                <a:latin typeface="Montserrat"/>
              </a:rPr>
              <a:t>¥</a:t>
            </a:r>
          </a:p>
        </p:txBody>
      </p:sp>
      <p:sp>
        <p:nvSpPr>
          <p:cNvPr id="168" name="Shape 168"/>
          <p:cNvSpPr/>
          <p:nvPr/>
        </p:nvSpPr>
        <p:spPr>
          <a:xfrm>
            <a:off x="7233390" y="1950961"/>
            <a:ext cx="236740" cy="289199"/>
          </a:xfrm>
          <a:prstGeom prst="rect">
            <a:avLst/>
          </a:prstGeom>
        </p:spPr>
        <p:txBody>
          <a:bodyPr>
            <a:prstTxWarp prst="textPlain"/>
          </a:bodyPr>
          <a:lstStyle/>
          <a:p>
            <a:pPr lvl="0" algn="ctr"/>
            <a:r>
              <a:rPr b="0" i="0">
                <a:ln>
                  <a:noFill/>
                </a:ln>
                <a:solidFill>
                  <a:srgbClr val="00FFFF">
                    <a:alpha val="13460"/>
                  </a:srgbClr>
                </a:solidFill>
                <a:latin typeface="Abril Fatface"/>
              </a:rPr>
              <a:t>4</a:t>
            </a:r>
          </a:p>
        </p:txBody>
      </p:sp>
      <p:sp>
        <p:nvSpPr>
          <p:cNvPr id="169" name="Shape 169"/>
          <p:cNvSpPr/>
          <p:nvPr/>
        </p:nvSpPr>
        <p:spPr>
          <a:xfrm>
            <a:off x="6811905" y="-87455"/>
            <a:ext cx="652469" cy="905450"/>
          </a:xfrm>
          <a:prstGeom prst="rect">
            <a:avLst/>
          </a:prstGeom>
        </p:spPr>
        <p:txBody>
          <a:bodyPr>
            <a:prstTxWarp prst="textPlain"/>
          </a:bodyPr>
          <a:lstStyle/>
          <a:p>
            <a:pPr lvl="0" algn="ctr"/>
            <a:r>
              <a:rPr b="1" i="0">
                <a:ln>
                  <a:noFill/>
                </a:ln>
                <a:solidFill>
                  <a:srgbClr val="00FFFF">
                    <a:alpha val="13460"/>
                  </a:srgbClr>
                </a:solidFill>
                <a:latin typeface="Montserrat"/>
              </a:rPr>
              <a:t>6</a:t>
            </a:r>
          </a:p>
        </p:txBody>
      </p:sp>
      <p:sp>
        <p:nvSpPr>
          <p:cNvPr id="170" name="Shape 170"/>
          <p:cNvSpPr/>
          <p:nvPr/>
        </p:nvSpPr>
        <p:spPr>
          <a:xfrm>
            <a:off x="7662626" y="662322"/>
            <a:ext cx="87721" cy="216665"/>
          </a:xfrm>
          <a:prstGeom prst="rect">
            <a:avLst/>
          </a:prstGeom>
        </p:spPr>
        <p:txBody>
          <a:bodyPr>
            <a:prstTxWarp prst="textPlain"/>
          </a:bodyPr>
          <a:lstStyle/>
          <a:p>
            <a:pPr lvl="0" algn="ctr"/>
            <a:r>
              <a:rPr b="1" i="0">
                <a:ln>
                  <a:noFill/>
                </a:ln>
                <a:solidFill>
                  <a:srgbClr val="6AA84F"/>
                </a:solidFill>
                <a:latin typeface="Montserrat"/>
              </a:rPr>
              <a:t>1</a:t>
            </a:r>
          </a:p>
        </p:txBody>
      </p:sp>
      <p:sp>
        <p:nvSpPr>
          <p:cNvPr id="171" name="Shape 171"/>
          <p:cNvSpPr/>
          <p:nvPr/>
        </p:nvSpPr>
        <p:spPr>
          <a:xfrm>
            <a:off x="6992802" y="3859302"/>
            <a:ext cx="164399" cy="225324"/>
          </a:xfrm>
          <a:prstGeom prst="rect">
            <a:avLst/>
          </a:prstGeom>
        </p:spPr>
        <p:txBody>
          <a:bodyPr>
            <a:prstTxWarp prst="textPlain"/>
          </a:bodyPr>
          <a:lstStyle/>
          <a:p>
            <a:pPr lvl="0" algn="ctr"/>
            <a:r>
              <a:rPr b="1" i="0">
                <a:ln>
                  <a:noFill/>
                </a:ln>
                <a:solidFill>
                  <a:srgbClr val="6AA84F"/>
                </a:solidFill>
                <a:latin typeface="Montserrat"/>
              </a:rPr>
              <a:t>4</a:t>
            </a:r>
          </a:p>
        </p:txBody>
      </p:sp>
      <p:sp>
        <p:nvSpPr>
          <p:cNvPr id="172" name="Shape 172"/>
          <p:cNvSpPr/>
          <p:nvPr/>
        </p:nvSpPr>
        <p:spPr>
          <a:xfrm>
            <a:off x="6897399" y="729425"/>
            <a:ext cx="236724" cy="344535"/>
          </a:xfrm>
          <a:prstGeom prst="rect">
            <a:avLst/>
          </a:prstGeom>
        </p:spPr>
        <p:txBody>
          <a:bodyPr>
            <a:prstTxWarp prst="textPlain"/>
          </a:bodyPr>
          <a:lstStyle/>
          <a:p>
            <a:pPr lvl="0" algn="ctr"/>
            <a:r>
              <a:rPr b="0" i="0">
                <a:ln>
                  <a:noFill/>
                </a:ln>
                <a:solidFill>
                  <a:srgbClr val="6AA84F"/>
                </a:solidFill>
                <a:latin typeface="Abril Fatface"/>
              </a:rPr>
              <a:t>5</a:t>
            </a:r>
          </a:p>
        </p:txBody>
      </p:sp>
      <p:sp>
        <p:nvSpPr>
          <p:cNvPr id="173" name="Shape 173"/>
          <p:cNvSpPr/>
          <p:nvPr/>
        </p:nvSpPr>
        <p:spPr>
          <a:xfrm>
            <a:off x="8925942" y="4066262"/>
            <a:ext cx="236725" cy="304233"/>
          </a:xfrm>
          <a:prstGeom prst="rect">
            <a:avLst/>
          </a:prstGeom>
        </p:spPr>
        <p:txBody>
          <a:bodyPr>
            <a:prstTxWarp prst="textPlain"/>
          </a:bodyPr>
          <a:lstStyle/>
          <a:p>
            <a:pPr lvl="0" algn="ctr"/>
            <a:r>
              <a:rPr b="0" i="0">
                <a:ln>
                  <a:noFill/>
                </a:ln>
                <a:solidFill>
                  <a:srgbClr val="6AA84F"/>
                </a:solidFill>
                <a:latin typeface="Abril Fatface"/>
              </a:rPr>
              <a:t>8</a:t>
            </a:r>
          </a:p>
        </p:txBody>
      </p:sp>
      <p:sp>
        <p:nvSpPr>
          <p:cNvPr id="174" name="Shape 174"/>
          <p:cNvSpPr txBox="1"/>
          <p:nvPr>
            <p:ph type="title"/>
          </p:nvPr>
        </p:nvSpPr>
        <p:spPr>
          <a:xfrm>
            <a:off x="735875" y="780900"/>
            <a:ext cx="5917199" cy="697500"/>
          </a:xfrm>
          <a:prstGeom prst="rect">
            <a:avLst/>
          </a:prstGeom>
        </p:spPr>
        <p:txBody>
          <a:bodyPr anchorCtr="0" anchor="b" bIns="91425" lIns="91425" rIns="91425" wrap="square" tIns="91425"/>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p:txBody>
      </p:sp>
      <p:sp>
        <p:nvSpPr>
          <p:cNvPr id="175" name="Shape 175"/>
          <p:cNvSpPr txBox="1"/>
          <p:nvPr>
            <p:ph idx="1" type="body"/>
          </p:nvPr>
        </p:nvSpPr>
        <p:spPr>
          <a:xfrm>
            <a:off x="735875" y="1478400"/>
            <a:ext cx="1771499" cy="3447299"/>
          </a:xfrm>
          <a:prstGeom prst="rect">
            <a:avLst/>
          </a:prstGeom>
        </p:spPr>
        <p:txBody>
          <a:bodyPr anchorCtr="0" anchor="t" bIns="91425" lIns="91425" rIns="91425" wrap="square" tIns="91425"/>
          <a:lstStyle>
            <a:lvl1pPr lvl="0" rtl="0">
              <a:spcBef>
                <a:spcPts val="0"/>
              </a:spcBef>
              <a:buSzPct val="100000"/>
              <a:defRPr sz="1400"/>
            </a:lvl1pPr>
            <a:lvl2pPr lvl="1" rtl="0">
              <a:spcBef>
                <a:spcPts val="0"/>
              </a:spcBef>
              <a:buSzPct val="100000"/>
              <a:defRPr sz="1400"/>
            </a:lvl2pPr>
            <a:lvl3pPr lvl="2" rtl="0">
              <a:spcBef>
                <a:spcPts val="0"/>
              </a:spcBef>
              <a:buSzPct val="100000"/>
              <a:defRPr sz="1400"/>
            </a:lvl3pPr>
            <a:lvl4pPr lvl="3" rtl="0">
              <a:spcBef>
                <a:spcPts val="0"/>
              </a:spcBef>
              <a:buSzPct val="100000"/>
              <a:defRPr sz="1400"/>
            </a:lvl4pPr>
            <a:lvl5pPr lvl="4" rtl="0">
              <a:spcBef>
                <a:spcPts val="0"/>
              </a:spcBef>
              <a:buSzPct val="100000"/>
              <a:defRPr sz="1400"/>
            </a:lvl5pPr>
            <a:lvl6pPr lvl="5" rtl="0">
              <a:spcBef>
                <a:spcPts val="0"/>
              </a:spcBef>
              <a:buSzPct val="100000"/>
              <a:defRPr sz="1400"/>
            </a:lvl6pPr>
            <a:lvl7pPr lvl="6" rtl="0">
              <a:spcBef>
                <a:spcPts val="0"/>
              </a:spcBef>
              <a:buSzPct val="100000"/>
              <a:defRPr sz="1400"/>
            </a:lvl7pPr>
            <a:lvl8pPr lvl="7" rtl="0">
              <a:spcBef>
                <a:spcPts val="0"/>
              </a:spcBef>
              <a:buSzPct val="100000"/>
              <a:defRPr sz="1400"/>
            </a:lvl8pPr>
            <a:lvl9pPr lvl="8" rtl="0">
              <a:spcBef>
                <a:spcPts val="0"/>
              </a:spcBef>
              <a:buSzPct val="100000"/>
              <a:defRPr sz="1400"/>
            </a:lvl9pPr>
          </a:lstStyle>
          <a:p/>
        </p:txBody>
      </p:sp>
      <p:sp>
        <p:nvSpPr>
          <p:cNvPr id="176" name="Shape 176"/>
          <p:cNvSpPr txBox="1"/>
          <p:nvPr>
            <p:ph idx="2" type="body"/>
          </p:nvPr>
        </p:nvSpPr>
        <p:spPr>
          <a:xfrm>
            <a:off x="2597934" y="1478400"/>
            <a:ext cx="1771499" cy="3447299"/>
          </a:xfrm>
          <a:prstGeom prst="rect">
            <a:avLst/>
          </a:prstGeom>
        </p:spPr>
        <p:txBody>
          <a:bodyPr anchorCtr="0" anchor="t" bIns="91425" lIns="91425" rIns="91425" wrap="square" tIns="91425"/>
          <a:lstStyle>
            <a:lvl1pPr lvl="0" rtl="0">
              <a:spcBef>
                <a:spcPts val="0"/>
              </a:spcBef>
              <a:buSzPct val="100000"/>
              <a:defRPr sz="1400"/>
            </a:lvl1pPr>
            <a:lvl2pPr lvl="1" rtl="0">
              <a:spcBef>
                <a:spcPts val="0"/>
              </a:spcBef>
              <a:buSzPct val="100000"/>
              <a:defRPr sz="1400"/>
            </a:lvl2pPr>
            <a:lvl3pPr lvl="2" rtl="0">
              <a:spcBef>
                <a:spcPts val="0"/>
              </a:spcBef>
              <a:buSzPct val="100000"/>
              <a:defRPr sz="1400"/>
            </a:lvl3pPr>
            <a:lvl4pPr lvl="3" rtl="0">
              <a:spcBef>
                <a:spcPts val="0"/>
              </a:spcBef>
              <a:buSzPct val="100000"/>
              <a:defRPr sz="1400"/>
            </a:lvl4pPr>
            <a:lvl5pPr lvl="4" rtl="0">
              <a:spcBef>
                <a:spcPts val="0"/>
              </a:spcBef>
              <a:buSzPct val="100000"/>
              <a:defRPr sz="1400"/>
            </a:lvl5pPr>
            <a:lvl6pPr lvl="5" rtl="0">
              <a:spcBef>
                <a:spcPts val="0"/>
              </a:spcBef>
              <a:buSzPct val="100000"/>
              <a:defRPr sz="1400"/>
            </a:lvl6pPr>
            <a:lvl7pPr lvl="6" rtl="0">
              <a:spcBef>
                <a:spcPts val="0"/>
              </a:spcBef>
              <a:buSzPct val="100000"/>
              <a:defRPr sz="1400"/>
            </a:lvl7pPr>
            <a:lvl8pPr lvl="7" rtl="0">
              <a:spcBef>
                <a:spcPts val="0"/>
              </a:spcBef>
              <a:buSzPct val="100000"/>
              <a:defRPr sz="1400"/>
            </a:lvl8pPr>
            <a:lvl9pPr lvl="8" rtl="0">
              <a:spcBef>
                <a:spcPts val="0"/>
              </a:spcBef>
              <a:buSzPct val="100000"/>
              <a:defRPr sz="1400"/>
            </a:lvl9pPr>
          </a:lstStyle>
          <a:p/>
        </p:txBody>
      </p:sp>
      <p:sp>
        <p:nvSpPr>
          <p:cNvPr id="177" name="Shape 177"/>
          <p:cNvSpPr txBox="1"/>
          <p:nvPr>
            <p:ph idx="3" type="body"/>
          </p:nvPr>
        </p:nvSpPr>
        <p:spPr>
          <a:xfrm>
            <a:off x="4459994" y="1478400"/>
            <a:ext cx="1771499" cy="3447299"/>
          </a:xfrm>
          <a:prstGeom prst="rect">
            <a:avLst/>
          </a:prstGeom>
        </p:spPr>
        <p:txBody>
          <a:bodyPr anchorCtr="0" anchor="t" bIns="91425" lIns="91425" rIns="91425" wrap="square" tIns="91425"/>
          <a:lstStyle>
            <a:lvl1pPr lvl="0" rtl="0">
              <a:spcBef>
                <a:spcPts val="0"/>
              </a:spcBef>
              <a:buSzPct val="100000"/>
              <a:defRPr sz="1400"/>
            </a:lvl1pPr>
            <a:lvl2pPr lvl="1" rtl="0">
              <a:spcBef>
                <a:spcPts val="0"/>
              </a:spcBef>
              <a:buSzPct val="100000"/>
              <a:defRPr sz="1400"/>
            </a:lvl2pPr>
            <a:lvl3pPr lvl="2" rtl="0">
              <a:spcBef>
                <a:spcPts val="0"/>
              </a:spcBef>
              <a:buSzPct val="100000"/>
              <a:defRPr sz="1400"/>
            </a:lvl3pPr>
            <a:lvl4pPr lvl="3" rtl="0">
              <a:spcBef>
                <a:spcPts val="0"/>
              </a:spcBef>
              <a:buSzPct val="100000"/>
              <a:defRPr sz="1400"/>
            </a:lvl4pPr>
            <a:lvl5pPr lvl="4" rtl="0">
              <a:spcBef>
                <a:spcPts val="0"/>
              </a:spcBef>
              <a:buSzPct val="100000"/>
              <a:defRPr sz="1400"/>
            </a:lvl5pPr>
            <a:lvl6pPr lvl="5" rtl="0">
              <a:spcBef>
                <a:spcPts val="0"/>
              </a:spcBef>
              <a:buSzPct val="100000"/>
              <a:defRPr sz="1400"/>
            </a:lvl6pPr>
            <a:lvl7pPr lvl="6" rtl="0">
              <a:spcBef>
                <a:spcPts val="0"/>
              </a:spcBef>
              <a:buSzPct val="100000"/>
              <a:defRPr sz="1400"/>
            </a:lvl7pPr>
            <a:lvl8pPr lvl="7" rtl="0">
              <a:spcBef>
                <a:spcPts val="0"/>
              </a:spcBef>
              <a:buSzPct val="100000"/>
              <a:defRPr sz="1400"/>
            </a:lvl8pPr>
            <a:lvl9pPr lvl="8" rtl="0">
              <a:spcBef>
                <a:spcPts val="0"/>
              </a:spcBef>
              <a:buSzPct val="100000"/>
              <a:defRPr sz="14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itleOnly">
  <p:cSld name="Title only">
    <p:spTree>
      <p:nvGrpSpPr>
        <p:cNvPr id="178" name="Shape 178"/>
        <p:cNvGrpSpPr/>
        <p:nvPr/>
      </p:nvGrpSpPr>
      <p:grpSpPr>
        <a:xfrm>
          <a:off x="0" y="0"/>
          <a:ext cx="0" cy="0"/>
          <a:chOff x="0" y="0"/>
          <a:chExt cx="0" cy="0"/>
        </a:xfrm>
      </p:grpSpPr>
      <p:sp>
        <p:nvSpPr>
          <p:cNvPr id="179" name="Shape 179"/>
          <p:cNvSpPr/>
          <p:nvPr/>
        </p:nvSpPr>
        <p:spPr>
          <a:xfrm>
            <a:off x="7123399" y="2945300"/>
            <a:ext cx="1604424" cy="2273250"/>
          </a:xfrm>
          <a:prstGeom prst="rect">
            <a:avLst/>
          </a:prstGeom>
        </p:spPr>
        <p:txBody>
          <a:bodyPr>
            <a:prstTxWarp prst="textPlain"/>
          </a:bodyPr>
          <a:lstStyle/>
          <a:p>
            <a:pPr lvl="0" algn="ctr"/>
            <a:r>
              <a:rPr b="1" i="0">
                <a:ln>
                  <a:noFill/>
                </a:ln>
                <a:solidFill>
                  <a:srgbClr val="00BFC9">
                    <a:alpha val="45000"/>
                  </a:srgbClr>
                </a:solidFill>
                <a:latin typeface="Montserrat"/>
              </a:rPr>
              <a:t>5</a:t>
            </a:r>
          </a:p>
        </p:txBody>
      </p:sp>
      <p:sp>
        <p:nvSpPr>
          <p:cNvPr id="180" name="Shape 180"/>
          <p:cNvSpPr/>
          <p:nvPr/>
        </p:nvSpPr>
        <p:spPr>
          <a:xfrm>
            <a:off x="8411549" y="1666550"/>
            <a:ext cx="774324" cy="1088275"/>
          </a:xfrm>
          <a:prstGeom prst="rect">
            <a:avLst/>
          </a:prstGeom>
        </p:spPr>
        <p:txBody>
          <a:bodyPr>
            <a:prstTxWarp prst="textPlain"/>
          </a:bodyPr>
          <a:lstStyle/>
          <a:p>
            <a:pPr lvl="0" algn="ctr"/>
            <a:r>
              <a:rPr b="0" i="0">
                <a:ln>
                  <a:noFill/>
                </a:ln>
                <a:solidFill>
                  <a:srgbClr val="00BFC9">
                    <a:alpha val="45000"/>
                  </a:srgbClr>
                </a:solidFill>
                <a:latin typeface="Abril Fatface"/>
              </a:rPr>
              <a:t>3</a:t>
            </a:r>
          </a:p>
        </p:txBody>
      </p:sp>
      <p:sp>
        <p:nvSpPr>
          <p:cNvPr id="181" name="Shape 181"/>
          <p:cNvSpPr/>
          <p:nvPr/>
        </p:nvSpPr>
        <p:spPr>
          <a:xfrm>
            <a:off x="6567123" y="2997748"/>
            <a:ext cx="844060" cy="905441"/>
          </a:xfrm>
          <a:prstGeom prst="rect">
            <a:avLst/>
          </a:prstGeom>
        </p:spPr>
        <p:txBody>
          <a:bodyPr>
            <a:prstTxWarp prst="textPlain"/>
          </a:bodyPr>
          <a:lstStyle/>
          <a:p>
            <a:pPr lvl="0" algn="ctr"/>
            <a:r>
              <a:rPr b="1" i="0">
                <a:ln>
                  <a:noFill/>
                </a:ln>
                <a:solidFill>
                  <a:srgbClr val="00FFFF">
                    <a:alpha val="13460"/>
                  </a:srgbClr>
                </a:solidFill>
                <a:latin typeface="Montserrat"/>
              </a:rPr>
              <a:t>€</a:t>
            </a:r>
          </a:p>
        </p:txBody>
      </p:sp>
      <p:sp>
        <p:nvSpPr>
          <p:cNvPr id="182" name="Shape 182"/>
          <p:cNvSpPr/>
          <p:nvPr/>
        </p:nvSpPr>
        <p:spPr>
          <a:xfrm>
            <a:off x="7702425" y="944674"/>
            <a:ext cx="692017" cy="889382"/>
          </a:xfrm>
          <a:prstGeom prst="rect">
            <a:avLst/>
          </a:prstGeom>
        </p:spPr>
        <p:txBody>
          <a:bodyPr>
            <a:prstTxWarp prst="textPlain"/>
          </a:bodyPr>
          <a:lstStyle/>
          <a:p>
            <a:pPr lvl="0" algn="ctr"/>
            <a:r>
              <a:rPr b="0" i="0">
                <a:ln>
                  <a:noFill/>
                </a:ln>
                <a:solidFill>
                  <a:srgbClr val="00FFFF">
                    <a:alpha val="13460"/>
                  </a:srgbClr>
                </a:solidFill>
                <a:latin typeface="Abril Fatface"/>
              </a:rPr>
              <a:t>9</a:t>
            </a:r>
          </a:p>
        </p:txBody>
      </p:sp>
      <p:sp>
        <p:nvSpPr>
          <p:cNvPr id="183" name="Shape 183"/>
          <p:cNvSpPr/>
          <p:nvPr/>
        </p:nvSpPr>
        <p:spPr>
          <a:xfrm>
            <a:off x="8482541" y="3571675"/>
            <a:ext cx="432249" cy="668624"/>
          </a:xfrm>
          <a:prstGeom prst="rect">
            <a:avLst/>
          </a:prstGeom>
        </p:spPr>
        <p:txBody>
          <a:bodyPr>
            <a:prstTxWarp prst="textPlain"/>
          </a:bodyPr>
          <a:lstStyle/>
          <a:p>
            <a:pPr lvl="0" algn="ctr"/>
            <a:r>
              <a:rPr b="0" i="0">
                <a:ln>
                  <a:noFill/>
                </a:ln>
                <a:solidFill>
                  <a:srgbClr val="00BFC9">
                    <a:alpha val="45000"/>
                  </a:srgbClr>
                </a:solidFill>
                <a:latin typeface="Abril Fatface"/>
              </a:rPr>
              <a:t>7</a:t>
            </a:r>
          </a:p>
        </p:txBody>
      </p:sp>
      <p:sp>
        <p:nvSpPr>
          <p:cNvPr id="184" name="Shape 184"/>
          <p:cNvSpPr/>
          <p:nvPr/>
        </p:nvSpPr>
        <p:spPr>
          <a:xfrm>
            <a:off x="7956575" y="-147125"/>
            <a:ext cx="968664" cy="1446866"/>
          </a:xfrm>
          <a:prstGeom prst="rect">
            <a:avLst/>
          </a:prstGeom>
        </p:spPr>
        <p:txBody>
          <a:bodyPr>
            <a:prstTxWarp prst="textPlain"/>
          </a:bodyPr>
          <a:lstStyle/>
          <a:p>
            <a:pPr lvl="0" algn="ctr"/>
            <a:r>
              <a:rPr b="1" i="0">
                <a:ln>
                  <a:noFill/>
                </a:ln>
                <a:solidFill>
                  <a:srgbClr val="00BFC9">
                    <a:alpha val="45000"/>
                  </a:srgbClr>
                </a:solidFill>
                <a:latin typeface="Montserrat"/>
              </a:rPr>
              <a:t>$</a:t>
            </a:r>
          </a:p>
        </p:txBody>
      </p:sp>
      <p:sp>
        <p:nvSpPr>
          <p:cNvPr id="185" name="Shape 185"/>
          <p:cNvSpPr/>
          <p:nvPr/>
        </p:nvSpPr>
        <p:spPr>
          <a:xfrm>
            <a:off x="7524777" y="-48672"/>
            <a:ext cx="432249" cy="597585"/>
          </a:xfrm>
          <a:prstGeom prst="rect">
            <a:avLst/>
          </a:prstGeom>
        </p:spPr>
        <p:txBody>
          <a:bodyPr>
            <a:prstTxWarp prst="textPlain"/>
          </a:bodyPr>
          <a:lstStyle/>
          <a:p>
            <a:pPr lvl="0" algn="ctr"/>
            <a:r>
              <a:rPr b="0" i="0">
                <a:ln>
                  <a:noFill/>
                </a:ln>
                <a:solidFill>
                  <a:srgbClr val="00FFFF">
                    <a:alpha val="13460"/>
                  </a:srgbClr>
                </a:solidFill>
                <a:latin typeface="Abril Fatface"/>
              </a:rPr>
              <a:t>£</a:t>
            </a:r>
          </a:p>
        </p:txBody>
      </p:sp>
      <p:sp>
        <p:nvSpPr>
          <p:cNvPr id="186" name="Shape 186"/>
          <p:cNvSpPr/>
          <p:nvPr/>
        </p:nvSpPr>
        <p:spPr>
          <a:xfrm>
            <a:off x="7153450" y="1200149"/>
            <a:ext cx="336025" cy="620550"/>
          </a:xfrm>
          <a:prstGeom prst="rect">
            <a:avLst/>
          </a:prstGeom>
        </p:spPr>
        <p:txBody>
          <a:bodyPr>
            <a:prstTxWarp prst="textPlain"/>
          </a:bodyPr>
          <a:lstStyle/>
          <a:p>
            <a:pPr lvl="0" algn="ctr"/>
            <a:r>
              <a:rPr b="0" i="0">
                <a:ln>
                  <a:noFill/>
                </a:ln>
                <a:solidFill>
                  <a:srgbClr val="00BFC9">
                    <a:alpha val="45000"/>
                  </a:srgbClr>
                </a:solidFill>
                <a:latin typeface="Abril Fatface"/>
              </a:rPr>
              <a:t>1</a:t>
            </a:r>
          </a:p>
        </p:txBody>
      </p:sp>
      <p:sp>
        <p:nvSpPr>
          <p:cNvPr id="187" name="Shape 187"/>
          <p:cNvSpPr/>
          <p:nvPr/>
        </p:nvSpPr>
        <p:spPr>
          <a:xfrm>
            <a:off x="7524775" y="1712999"/>
            <a:ext cx="1106399" cy="1498050"/>
          </a:xfrm>
          <a:prstGeom prst="rect">
            <a:avLst/>
          </a:prstGeom>
        </p:spPr>
        <p:txBody>
          <a:bodyPr>
            <a:prstTxWarp prst="textPlain"/>
          </a:bodyPr>
          <a:lstStyle/>
          <a:p>
            <a:pPr lvl="0" algn="ctr"/>
            <a:r>
              <a:rPr b="1" i="0">
                <a:ln>
                  <a:noFill/>
                </a:ln>
                <a:solidFill>
                  <a:srgbClr val="00FFFF">
                    <a:alpha val="13460"/>
                  </a:srgbClr>
                </a:solidFill>
                <a:latin typeface="Montserrat"/>
              </a:rPr>
              <a:t>8</a:t>
            </a:r>
          </a:p>
        </p:txBody>
      </p:sp>
      <p:sp>
        <p:nvSpPr>
          <p:cNvPr id="188" name="Shape 188"/>
          <p:cNvSpPr/>
          <p:nvPr/>
        </p:nvSpPr>
        <p:spPr>
          <a:xfrm rot="-5400000">
            <a:off x="7167501" y="893428"/>
            <a:ext cx="564599" cy="444900"/>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189" name="Shape 189"/>
          <p:cNvSpPr/>
          <p:nvPr/>
        </p:nvSpPr>
        <p:spPr>
          <a:xfrm rot="5400000">
            <a:off x="8455975" y="4580950"/>
            <a:ext cx="485399" cy="334799"/>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190" name="Shape 190"/>
          <p:cNvSpPr/>
          <p:nvPr/>
        </p:nvSpPr>
        <p:spPr>
          <a:xfrm>
            <a:off x="7301600" y="2427892"/>
            <a:ext cx="296397" cy="419653"/>
          </a:xfrm>
          <a:prstGeom prst="rect">
            <a:avLst/>
          </a:prstGeom>
        </p:spPr>
        <p:txBody>
          <a:bodyPr>
            <a:prstTxWarp prst="textPlain"/>
          </a:bodyPr>
          <a:lstStyle/>
          <a:p>
            <a:pPr lvl="0" algn="ctr"/>
            <a:r>
              <a:rPr b="1" i="0">
                <a:ln>
                  <a:noFill/>
                </a:ln>
                <a:solidFill>
                  <a:srgbClr val="6AA84F"/>
                </a:solidFill>
                <a:latin typeface="Montserrat"/>
              </a:rPr>
              <a:t>2</a:t>
            </a:r>
          </a:p>
        </p:txBody>
      </p:sp>
      <p:sp>
        <p:nvSpPr>
          <p:cNvPr id="191" name="Shape 191"/>
          <p:cNvSpPr/>
          <p:nvPr/>
        </p:nvSpPr>
        <p:spPr>
          <a:xfrm>
            <a:off x="8668228" y="988755"/>
            <a:ext cx="354502" cy="423174"/>
          </a:xfrm>
          <a:prstGeom prst="rect">
            <a:avLst/>
          </a:prstGeom>
        </p:spPr>
        <p:txBody>
          <a:bodyPr>
            <a:prstTxWarp prst="textPlain"/>
          </a:bodyPr>
          <a:lstStyle/>
          <a:p>
            <a:pPr lvl="0" algn="ctr"/>
            <a:r>
              <a:rPr b="0" i="0">
                <a:ln>
                  <a:noFill/>
                </a:ln>
                <a:solidFill>
                  <a:srgbClr val="6AA84F"/>
                </a:solidFill>
                <a:latin typeface="Abril Fatface"/>
              </a:rPr>
              <a:t>0</a:t>
            </a:r>
          </a:p>
        </p:txBody>
      </p:sp>
      <p:sp>
        <p:nvSpPr>
          <p:cNvPr id="192" name="Shape 192"/>
          <p:cNvSpPr/>
          <p:nvPr/>
        </p:nvSpPr>
        <p:spPr>
          <a:xfrm>
            <a:off x="8763900" y="3127992"/>
            <a:ext cx="279674" cy="289205"/>
          </a:xfrm>
          <a:prstGeom prst="rect">
            <a:avLst/>
          </a:prstGeom>
        </p:spPr>
        <p:txBody>
          <a:bodyPr>
            <a:prstTxWarp prst="textPlain"/>
          </a:bodyPr>
          <a:lstStyle/>
          <a:p>
            <a:pPr lvl="0" algn="ctr"/>
            <a:r>
              <a:rPr b="1" i="0">
                <a:ln>
                  <a:noFill/>
                </a:ln>
                <a:solidFill>
                  <a:srgbClr val="6AA84F"/>
                </a:solidFill>
                <a:latin typeface="Montserrat"/>
              </a:rPr>
              <a:t>¥</a:t>
            </a:r>
          </a:p>
        </p:txBody>
      </p:sp>
      <p:sp>
        <p:nvSpPr>
          <p:cNvPr id="193" name="Shape 193"/>
          <p:cNvSpPr/>
          <p:nvPr/>
        </p:nvSpPr>
        <p:spPr>
          <a:xfrm>
            <a:off x="7233390" y="1950961"/>
            <a:ext cx="236740" cy="289199"/>
          </a:xfrm>
          <a:prstGeom prst="rect">
            <a:avLst/>
          </a:prstGeom>
        </p:spPr>
        <p:txBody>
          <a:bodyPr>
            <a:prstTxWarp prst="textPlain"/>
          </a:bodyPr>
          <a:lstStyle/>
          <a:p>
            <a:pPr lvl="0" algn="ctr"/>
            <a:r>
              <a:rPr b="0" i="0">
                <a:ln>
                  <a:noFill/>
                </a:ln>
                <a:solidFill>
                  <a:srgbClr val="00FFFF">
                    <a:alpha val="13460"/>
                  </a:srgbClr>
                </a:solidFill>
                <a:latin typeface="Abril Fatface"/>
              </a:rPr>
              <a:t>4</a:t>
            </a:r>
          </a:p>
        </p:txBody>
      </p:sp>
      <p:sp>
        <p:nvSpPr>
          <p:cNvPr id="194" name="Shape 194"/>
          <p:cNvSpPr/>
          <p:nvPr/>
        </p:nvSpPr>
        <p:spPr>
          <a:xfrm>
            <a:off x="6811905" y="-87455"/>
            <a:ext cx="652469" cy="905450"/>
          </a:xfrm>
          <a:prstGeom prst="rect">
            <a:avLst/>
          </a:prstGeom>
        </p:spPr>
        <p:txBody>
          <a:bodyPr>
            <a:prstTxWarp prst="textPlain"/>
          </a:bodyPr>
          <a:lstStyle/>
          <a:p>
            <a:pPr lvl="0" algn="ctr"/>
            <a:r>
              <a:rPr b="1" i="0">
                <a:ln>
                  <a:noFill/>
                </a:ln>
                <a:solidFill>
                  <a:srgbClr val="00FFFF">
                    <a:alpha val="13460"/>
                  </a:srgbClr>
                </a:solidFill>
                <a:latin typeface="Montserrat"/>
              </a:rPr>
              <a:t>6</a:t>
            </a:r>
          </a:p>
        </p:txBody>
      </p:sp>
      <p:sp>
        <p:nvSpPr>
          <p:cNvPr id="195" name="Shape 195"/>
          <p:cNvSpPr/>
          <p:nvPr/>
        </p:nvSpPr>
        <p:spPr>
          <a:xfrm>
            <a:off x="7662626" y="662322"/>
            <a:ext cx="87721" cy="216665"/>
          </a:xfrm>
          <a:prstGeom prst="rect">
            <a:avLst/>
          </a:prstGeom>
        </p:spPr>
        <p:txBody>
          <a:bodyPr>
            <a:prstTxWarp prst="textPlain"/>
          </a:bodyPr>
          <a:lstStyle/>
          <a:p>
            <a:pPr lvl="0" algn="ctr"/>
            <a:r>
              <a:rPr b="1" i="0">
                <a:ln>
                  <a:noFill/>
                </a:ln>
                <a:solidFill>
                  <a:srgbClr val="6AA84F"/>
                </a:solidFill>
                <a:latin typeface="Montserrat"/>
              </a:rPr>
              <a:t>1</a:t>
            </a:r>
          </a:p>
        </p:txBody>
      </p:sp>
      <p:sp>
        <p:nvSpPr>
          <p:cNvPr id="196" name="Shape 196"/>
          <p:cNvSpPr/>
          <p:nvPr/>
        </p:nvSpPr>
        <p:spPr>
          <a:xfrm>
            <a:off x="6992802" y="3859302"/>
            <a:ext cx="164399" cy="225324"/>
          </a:xfrm>
          <a:prstGeom prst="rect">
            <a:avLst/>
          </a:prstGeom>
        </p:spPr>
        <p:txBody>
          <a:bodyPr>
            <a:prstTxWarp prst="textPlain"/>
          </a:bodyPr>
          <a:lstStyle/>
          <a:p>
            <a:pPr lvl="0" algn="ctr"/>
            <a:r>
              <a:rPr b="1" i="0">
                <a:ln>
                  <a:noFill/>
                </a:ln>
                <a:solidFill>
                  <a:srgbClr val="6AA84F"/>
                </a:solidFill>
                <a:latin typeface="Montserrat"/>
              </a:rPr>
              <a:t>4</a:t>
            </a:r>
          </a:p>
        </p:txBody>
      </p:sp>
      <p:sp>
        <p:nvSpPr>
          <p:cNvPr id="197" name="Shape 197"/>
          <p:cNvSpPr/>
          <p:nvPr/>
        </p:nvSpPr>
        <p:spPr>
          <a:xfrm>
            <a:off x="6897399" y="729425"/>
            <a:ext cx="236724" cy="344535"/>
          </a:xfrm>
          <a:prstGeom prst="rect">
            <a:avLst/>
          </a:prstGeom>
        </p:spPr>
        <p:txBody>
          <a:bodyPr>
            <a:prstTxWarp prst="textPlain"/>
          </a:bodyPr>
          <a:lstStyle/>
          <a:p>
            <a:pPr lvl="0" algn="ctr"/>
            <a:r>
              <a:rPr b="0" i="0">
                <a:ln>
                  <a:noFill/>
                </a:ln>
                <a:solidFill>
                  <a:srgbClr val="6AA84F"/>
                </a:solidFill>
                <a:latin typeface="Abril Fatface"/>
              </a:rPr>
              <a:t>5</a:t>
            </a:r>
          </a:p>
        </p:txBody>
      </p:sp>
      <p:sp>
        <p:nvSpPr>
          <p:cNvPr id="198" name="Shape 198"/>
          <p:cNvSpPr/>
          <p:nvPr/>
        </p:nvSpPr>
        <p:spPr>
          <a:xfrm>
            <a:off x="8925942" y="4066262"/>
            <a:ext cx="236725" cy="304233"/>
          </a:xfrm>
          <a:prstGeom prst="rect">
            <a:avLst/>
          </a:prstGeom>
        </p:spPr>
        <p:txBody>
          <a:bodyPr>
            <a:prstTxWarp prst="textPlain"/>
          </a:bodyPr>
          <a:lstStyle/>
          <a:p>
            <a:pPr lvl="0" algn="ctr"/>
            <a:r>
              <a:rPr b="0" i="0">
                <a:ln>
                  <a:noFill/>
                </a:ln>
                <a:solidFill>
                  <a:srgbClr val="6AA84F"/>
                </a:solidFill>
                <a:latin typeface="Abril Fatface"/>
              </a:rPr>
              <a:t>8</a:t>
            </a:r>
          </a:p>
        </p:txBody>
      </p:sp>
      <p:sp>
        <p:nvSpPr>
          <p:cNvPr id="199" name="Shape 199"/>
          <p:cNvSpPr txBox="1"/>
          <p:nvPr>
            <p:ph type="title"/>
          </p:nvPr>
        </p:nvSpPr>
        <p:spPr>
          <a:xfrm>
            <a:off x="735875" y="780900"/>
            <a:ext cx="5917199" cy="697500"/>
          </a:xfrm>
          <a:prstGeom prst="rect">
            <a:avLst/>
          </a:prstGeom>
        </p:spPr>
        <p:txBody>
          <a:bodyPr anchorCtr="0" anchor="b" bIns="91425" lIns="91425" rIns="91425" wrap="square"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Caption">
    <p:spTree>
      <p:nvGrpSpPr>
        <p:cNvPr id="200" name="Shape 200"/>
        <p:cNvGrpSpPr/>
        <p:nvPr/>
      </p:nvGrpSpPr>
      <p:grpSpPr>
        <a:xfrm>
          <a:off x="0" y="0"/>
          <a:ext cx="0" cy="0"/>
          <a:chOff x="0" y="0"/>
          <a:chExt cx="0" cy="0"/>
        </a:xfrm>
      </p:grpSpPr>
      <p:sp>
        <p:nvSpPr>
          <p:cNvPr id="201" name="Shape 201"/>
          <p:cNvSpPr/>
          <p:nvPr/>
        </p:nvSpPr>
        <p:spPr>
          <a:xfrm>
            <a:off x="7123399" y="2945300"/>
            <a:ext cx="1604424" cy="2273250"/>
          </a:xfrm>
          <a:prstGeom prst="rect">
            <a:avLst/>
          </a:prstGeom>
        </p:spPr>
        <p:txBody>
          <a:bodyPr>
            <a:prstTxWarp prst="textPlain"/>
          </a:bodyPr>
          <a:lstStyle/>
          <a:p>
            <a:pPr lvl="0" algn="ctr"/>
            <a:r>
              <a:rPr b="1" i="0">
                <a:ln>
                  <a:noFill/>
                </a:ln>
                <a:solidFill>
                  <a:srgbClr val="00BFC9">
                    <a:alpha val="45000"/>
                  </a:srgbClr>
                </a:solidFill>
                <a:latin typeface="Montserrat"/>
              </a:rPr>
              <a:t>5</a:t>
            </a:r>
          </a:p>
        </p:txBody>
      </p:sp>
      <p:sp>
        <p:nvSpPr>
          <p:cNvPr id="202" name="Shape 202"/>
          <p:cNvSpPr/>
          <p:nvPr/>
        </p:nvSpPr>
        <p:spPr>
          <a:xfrm>
            <a:off x="8411549" y="1666550"/>
            <a:ext cx="774324" cy="1088275"/>
          </a:xfrm>
          <a:prstGeom prst="rect">
            <a:avLst/>
          </a:prstGeom>
        </p:spPr>
        <p:txBody>
          <a:bodyPr>
            <a:prstTxWarp prst="textPlain"/>
          </a:bodyPr>
          <a:lstStyle/>
          <a:p>
            <a:pPr lvl="0" algn="ctr"/>
            <a:r>
              <a:rPr b="0" i="0">
                <a:ln>
                  <a:noFill/>
                </a:ln>
                <a:solidFill>
                  <a:srgbClr val="00BFC9">
                    <a:alpha val="45000"/>
                  </a:srgbClr>
                </a:solidFill>
                <a:latin typeface="Abril Fatface"/>
              </a:rPr>
              <a:t>3</a:t>
            </a:r>
          </a:p>
        </p:txBody>
      </p:sp>
      <p:sp>
        <p:nvSpPr>
          <p:cNvPr id="203" name="Shape 203"/>
          <p:cNvSpPr/>
          <p:nvPr/>
        </p:nvSpPr>
        <p:spPr>
          <a:xfrm>
            <a:off x="6567123" y="2997748"/>
            <a:ext cx="844060" cy="905441"/>
          </a:xfrm>
          <a:prstGeom prst="rect">
            <a:avLst/>
          </a:prstGeom>
        </p:spPr>
        <p:txBody>
          <a:bodyPr>
            <a:prstTxWarp prst="textPlain"/>
          </a:bodyPr>
          <a:lstStyle/>
          <a:p>
            <a:pPr lvl="0" algn="ctr"/>
            <a:r>
              <a:rPr b="1" i="0">
                <a:ln>
                  <a:noFill/>
                </a:ln>
                <a:solidFill>
                  <a:srgbClr val="00FFFF">
                    <a:alpha val="13460"/>
                  </a:srgbClr>
                </a:solidFill>
                <a:latin typeface="Montserrat"/>
              </a:rPr>
              <a:t>€</a:t>
            </a:r>
          </a:p>
        </p:txBody>
      </p:sp>
      <p:sp>
        <p:nvSpPr>
          <p:cNvPr id="204" name="Shape 204"/>
          <p:cNvSpPr/>
          <p:nvPr/>
        </p:nvSpPr>
        <p:spPr>
          <a:xfrm>
            <a:off x="7702425" y="944674"/>
            <a:ext cx="692017" cy="889382"/>
          </a:xfrm>
          <a:prstGeom prst="rect">
            <a:avLst/>
          </a:prstGeom>
        </p:spPr>
        <p:txBody>
          <a:bodyPr>
            <a:prstTxWarp prst="textPlain"/>
          </a:bodyPr>
          <a:lstStyle/>
          <a:p>
            <a:pPr lvl="0" algn="ctr"/>
            <a:r>
              <a:rPr b="0" i="0">
                <a:ln>
                  <a:noFill/>
                </a:ln>
                <a:solidFill>
                  <a:srgbClr val="00FFFF">
                    <a:alpha val="13460"/>
                  </a:srgbClr>
                </a:solidFill>
                <a:latin typeface="Abril Fatface"/>
              </a:rPr>
              <a:t>9</a:t>
            </a:r>
          </a:p>
        </p:txBody>
      </p:sp>
      <p:sp>
        <p:nvSpPr>
          <p:cNvPr id="205" name="Shape 205"/>
          <p:cNvSpPr/>
          <p:nvPr/>
        </p:nvSpPr>
        <p:spPr>
          <a:xfrm>
            <a:off x="8482541" y="3571675"/>
            <a:ext cx="432249" cy="668624"/>
          </a:xfrm>
          <a:prstGeom prst="rect">
            <a:avLst/>
          </a:prstGeom>
        </p:spPr>
        <p:txBody>
          <a:bodyPr>
            <a:prstTxWarp prst="textPlain"/>
          </a:bodyPr>
          <a:lstStyle/>
          <a:p>
            <a:pPr lvl="0" algn="ctr"/>
            <a:r>
              <a:rPr b="0" i="0">
                <a:ln>
                  <a:noFill/>
                </a:ln>
                <a:solidFill>
                  <a:srgbClr val="00BFC9">
                    <a:alpha val="45000"/>
                  </a:srgbClr>
                </a:solidFill>
                <a:latin typeface="Abril Fatface"/>
              </a:rPr>
              <a:t>7</a:t>
            </a:r>
          </a:p>
        </p:txBody>
      </p:sp>
      <p:sp>
        <p:nvSpPr>
          <p:cNvPr id="206" name="Shape 206"/>
          <p:cNvSpPr/>
          <p:nvPr/>
        </p:nvSpPr>
        <p:spPr>
          <a:xfrm>
            <a:off x="7956575" y="-147125"/>
            <a:ext cx="968664" cy="1446866"/>
          </a:xfrm>
          <a:prstGeom prst="rect">
            <a:avLst/>
          </a:prstGeom>
        </p:spPr>
        <p:txBody>
          <a:bodyPr>
            <a:prstTxWarp prst="textPlain"/>
          </a:bodyPr>
          <a:lstStyle/>
          <a:p>
            <a:pPr lvl="0" algn="ctr"/>
            <a:r>
              <a:rPr b="1" i="0">
                <a:ln>
                  <a:noFill/>
                </a:ln>
                <a:solidFill>
                  <a:srgbClr val="00BFC9">
                    <a:alpha val="45000"/>
                  </a:srgbClr>
                </a:solidFill>
                <a:latin typeface="Montserrat"/>
              </a:rPr>
              <a:t>$</a:t>
            </a:r>
          </a:p>
        </p:txBody>
      </p:sp>
      <p:sp>
        <p:nvSpPr>
          <p:cNvPr id="207" name="Shape 207"/>
          <p:cNvSpPr/>
          <p:nvPr/>
        </p:nvSpPr>
        <p:spPr>
          <a:xfrm>
            <a:off x="7524777" y="-48672"/>
            <a:ext cx="432249" cy="597585"/>
          </a:xfrm>
          <a:prstGeom prst="rect">
            <a:avLst/>
          </a:prstGeom>
        </p:spPr>
        <p:txBody>
          <a:bodyPr>
            <a:prstTxWarp prst="textPlain"/>
          </a:bodyPr>
          <a:lstStyle/>
          <a:p>
            <a:pPr lvl="0" algn="ctr"/>
            <a:r>
              <a:rPr b="0" i="0">
                <a:ln>
                  <a:noFill/>
                </a:ln>
                <a:solidFill>
                  <a:srgbClr val="00FFFF">
                    <a:alpha val="13460"/>
                  </a:srgbClr>
                </a:solidFill>
                <a:latin typeface="Abril Fatface"/>
              </a:rPr>
              <a:t>£</a:t>
            </a:r>
          </a:p>
        </p:txBody>
      </p:sp>
      <p:sp>
        <p:nvSpPr>
          <p:cNvPr id="208" name="Shape 208"/>
          <p:cNvSpPr/>
          <p:nvPr/>
        </p:nvSpPr>
        <p:spPr>
          <a:xfrm>
            <a:off x="7153450" y="1200149"/>
            <a:ext cx="336025" cy="620550"/>
          </a:xfrm>
          <a:prstGeom prst="rect">
            <a:avLst/>
          </a:prstGeom>
        </p:spPr>
        <p:txBody>
          <a:bodyPr>
            <a:prstTxWarp prst="textPlain"/>
          </a:bodyPr>
          <a:lstStyle/>
          <a:p>
            <a:pPr lvl="0" algn="ctr"/>
            <a:r>
              <a:rPr b="0" i="0">
                <a:ln>
                  <a:noFill/>
                </a:ln>
                <a:solidFill>
                  <a:srgbClr val="00BFC9">
                    <a:alpha val="45000"/>
                  </a:srgbClr>
                </a:solidFill>
                <a:latin typeface="Abril Fatface"/>
              </a:rPr>
              <a:t>1</a:t>
            </a:r>
          </a:p>
        </p:txBody>
      </p:sp>
      <p:sp>
        <p:nvSpPr>
          <p:cNvPr id="209" name="Shape 209"/>
          <p:cNvSpPr/>
          <p:nvPr/>
        </p:nvSpPr>
        <p:spPr>
          <a:xfrm>
            <a:off x="7524775" y="1712999"/>
            <a:ext cx="1106399" cy="1498050"/>
          </a:xfrm>
          <a:prstGeom prst="rect">
            <a:avLst/>
          </a:prstGeom>
        </p:spPr>
        <p:txBody>
          <a:bodyPr>
            <a:prstTxWarp prst="textPlain"/>
          </a:bodyPr>
          <a:lstStyle/>
          <a:p>
            <a:pPr lvl="0" algn="ctr"/>
            <a:r>
              <a:rPr b="1" i="0">
                <a:ln>
                  <a:noFill/>
                </a:ln>
                <a:solidFill>
                  <a:srgbClr val="00FFFF">
                    <a:alpha val="13460"/>
                  </a:srgbClr>
                </a:solidFill>
                <a:latin typeface="Montserrat"/>
              </a:rPr>
              <a:t>8</a:t>
            </a:r>
          </a:p>
        </p:txBody>
      </p:sp>
      <p:sp>
        <p:nvSpPr>
          <p:cNvPr id="210" name="Shape 210"/>
          <p:cNvSpPr/>
          <p:nvPr/>
        </p:nvSpPr>
        <p:spPr>
          <a:xfrm rot="-5400000">
            <a:off x="7167501" y="893428"/>
            <a:ext cx="564599" cy="444900"/>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211" name="Shape 211"/>
          <p:cNvSpPr/>
          <p:nvPr/>
        </p:nvSpPr>
        <p:spPr>
          <a:xfrm rot="5400000">
            <a:off x="8455975" y="4580950"/>
            <a:ext cx="485399" cy="334799"/>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212" name="Shape 212"/>
          <p:cNvSpPr/>
          <p:nvPr/>
        </p:nvSpPr>
        <p:spPr>
          <a:xfrm>
            <a:off x="7301600" y="2427892"/>
            <a:ext cx="296397" cy="419653"/>
          </a:xfrm>
          <a:prstGeom prst="rect">
            <a:avLst/>
          </a:prstGeom>
        </p:spPr>
        <p:txBody>
          <a:bodyPr>
            <a:prstTxWarp prst="textPlain"/>
          </a:bodyPr>
          <a:lstStyle/>
          <a:p>
            <a:pPr lvl="0" algn="ctr"/>
            <a:r>
              <a:rPr b="1" i="0">
                <a:ln>
                  <a:noFill/>
                </a:ln>
                <a:solidFill>
                  <a:srgbClr val="6AA84F"/>
                </a:solidFill>
                <a:latin typeface="Montserrat"/>
              </a:rPr>
              <a:t>2</a:t>
            </a:r>
          </a:p>
        </p:txBody>
      </p:sp>
      <p:sp>
        <p:nvSpPr>
          <p:cNvPr id="213" name="Shape 213"/>
          <p:cNvSpPr/>
          <p:nvPr/>
        </p:nvSpPr>
        <p:spPr>
          <a:xfrm>
            <a:off x="8668228" y="988755"/>
            <a:ext cx="354502" cy="423174"/>
          </a:xfrm>
          <a:prstGeom prst="rect">
            <a:avLst/>
          </a:prstGeom>
        </p:spPr>
        <p:txBody>
          <a:bodyPr>
            <a:prstTxWarp prst="textPlain"/>
          </a:bodyPr>
          <a:lstStyle/>
          <a:p>
            <a:pPr lvl="0" algn="ctr"/>
            <a:r>
              <a:rPr b="0" i="0">
                <a:ln>
                  <a:noFill/>
                </a:ln>
                <a:solidFill>
                  <a:srgbClr val="6AA84F"/>
                </a:solidFill>
                <a:latin typeface="Abril Fatface"/>
              </a:rPr>
              <a:t>0</a:t>
            </a:r>
          </a:p>
        </p:txBody>
      </p:sp>
      <p:sp>
        <p:nvSpPr>
          <p:cNvPr id="214" name="Shape 214"/>
          <p:cNvSpPr/>
          <p:nvPr/>
        </p:nvSpPr>
        <p:spPr>
          <a:xfrm>
            <a:off x="8763900" y="3127992"/>
            <a:ext cx="279674" cy="289205"/>
          </a:xfrm>
          <a:prstGeom prst="rect">
            <a:avLst/>
          </a:prstGeom>
        </p:spPr>
        <p:txBody>
          <a:bodyPr>
            <a:prstTxWarp prst="textPlain"/>
          </a:bodyPr>
          <a:lstStyle/>
          <a:p>
            <a:pPr lvl="0" algn="ctr"/>
            <a:r>
              <a:rPr b="1" i="0">
                <a:ln>
                  <a:noFill/>
                </a:ln>
                <a:solidFill>
                  <a:srgbClr val="6AA84F"/>
                </a:solidFill>
                <a:latin typeface="Montserrat"/>
              </a:rPr>
              <a:t>¥</a:t>
            </a:r>
          </a:p>
        </p:txBody>
      </p:sp>
      <p:sp>
        <p:nvSpPr>
          <p:cNvPr id="215" name="Shape 215"/>
          <p:cNvSpPr/>
          <p:nvPr/>
        </p:nvSpPr>
        <p:spPr>
          <a:xfrm>
            <a:off x="7233390" y="1950961"/>
            <a:ext cx="236740" cy="289199"/>
          </a:xfrm>
          <a:prstGeom prst="rect">
            <a:avLst/>
          </a:prstGeom>
        </p:spPr>
        <p:txBody>
          <a:bodyPr>
            <a:prstTxWarp prst="textPlain"/>
          </a:bodyPr>
          <a:lstStyle/>
          <a:p>
            <a:pPr lvl="0" algn="ctr"/>
            <a:r>
              <a:rPr b="0" i="0">
                <a:ln>
                  <a:noFill/>
                </a:ln>
                <a:solidFill>
                  <a:srgbClr val="00FFFF">
                    <a:alpha val="13460"/>
                  </a:srgbClr>
                </a:solidFill>
                <a:latin typeface="Abril Fatface"/>
              </a:rPr>
              <a:t>4</a:t>
            </a:r>
          </a:p>
        </p:txBody>
      </p:sp>
      <p:sp>
        <p:nvSpPr>
          <p:cNvPr id="216" name="Shape 216"/>
          <p:cNvSpPr/>
          <p:nvPr/>
        </p:nvSpPr>
        <p:spPr>
          <a:xfrm>
            <a:off x="6811905" y="-87455"/>
            <a:ext cx="652469" cy="905450"/>
          </a:xfrm>
          <a:prstGeom prst="rect">
            <a:avLst/>
          </a:prstGeom>
        </p:spPr>
        <p:txBody>
          <a:bodyPr>
            <a:prstTxWarp prst="textPlain"/>
          </a:bodyPr>
          <a:lstStyle/>
          <a:p>
            <a:pPr lvl="0" algn="ctr"/>
            <a:r>
              <a:rPr b="1" i="0">
                <a:ln>
                  <a:noFill/>
                </a:ln>
                <a:solidFill>
                  <a:srgbClr val="00FFFF">
                    <a:alpha val="13460"/>
                  </a:srgbClr>
                </a:solidFill>
                <a:latin typeface="Montserrat"/>
              </a:rPr>
              <a:t>6</a:t>
            </a:r>
          </a:p>
        </p:txBody>
      </p:sp>
      <p:sp>
        <p:nvSpPr>
          <p:cNvPr id="217" name="Shape 217"/>
          <p:cNvSpPr/>
          <p:nvPr/>
        </p:nvSpPr>
        <p:spPr>
          <a:xfrm>
            <a:off x="7662626" y="662322"/>
            <a:ext cx="87721" cy="216665"/>
          </a:xfrm>
          <a:prstGeom prst="rect">
            <a:avLst/>
          </a:prstGeom>
        </p:spPr>
        <p:txBody>
          <a:bodyPr>
            <a:prstTxWarp prst="textPlain"/>
          </a:bodyPr>
          <a:lstStyle/>
          <a:p>
            <a:pPr lvl="0" algn="ctr"/>
            <a:r>
              <a:rPr b="1" i="0">
                <a:ln>
                  <a:noFill/>
                </a:ln>
                <a:solidFill>
                  <a:srgbClr val="6AA84F"/>
                </a:solidFill>
                <a:latin typeface="Montserrat"/>
              </a:rPr>
              <a:t>1</a:t>
            </a:r>
          </a:p>
        </p:txBody>
      </p:sp>
      <p:sp>
        <p:nvSpPr>
          <p:cNvPr id="218" name="Shape 218"/>
          <p:cNvSpPr/>
          <p:nvPr/>
        </p:nvSpPr>
        <p:spPr>
          <a:xfrm>
            <a:off x="6992802" y="3859302"/>
            <a:ext cx="164399" cy="225324"/>
          </a:xfrm>
          <a:prstGeom prst="rect">
            <a:avLst/>
          </a:prstGeom>
        </p:spPr>
        <p:txBody>
          <a:bodyPr>
            <a:prstTxWarp prst="textPlain"/>
          </a:bodyPr>
          <a:lstStyle/>
          <a:p>
            <a:pPr lvl="0" algn="ctr"/>
            <a:r>
              <a:rPr b="1" i="0">
                <a:ln>
                  <a:noFill/>
                </a:ln>
                <a:solidFill>
                  <a:srgbClr val="6AA84F"/>
                </a:solidFill>
                <a:latin typeface="Montserrat"/>
              </a:rPr>
              <a:t>4</a:t>
            </a:r>
          </a:p>
        </p:txBody>
      </p:sp>
      <p:sp>
        <p:nvSpPr>
          <p:cNvPr id="219" name="Shape 219"/>
          <p:cNvSpPr/>
          <p:nvPr/>
        </p:nvSpPr>
        <p:spPr>
          <a:xfrm>
            <a:off x="6897399" y="729425"/>
            <a:ext cx="236724" cy="344535"/>
          </a:xfrm>
          <a:prstGeom prst="rect">
            <a:avLst/>
          </a:prstGeom>
        </p:spPr>
        <p:txBody>
          <a:bodyPr>
            <a:prstTxWarp prst="textPlain"/>
          </a:bodyPr>
          <a:lstStyle/>
          <a:p>
            <a:pPr lvl="0" algn="ctr"/>
            <a:r>
              <a:rPr b="0" i="0">
                <a:ln>
                  <a:noFill/>
                </a:ln>
                <a:solidFill>
                  <a:srgbClr val="6AA84F"/>
                </a:solidFill>
                <a:latin typeface="Abril Fatface"/>
              </a:rPr>
              <a:t>5</a:t>
            </a:r>
          </a:p>
        </p:txBody>
      </p:sp>
      <p:sp>
        <p:nvSpPr>
          <p:cNvPr id="220" name="Shape 220"/>
          <p:cNvSpPr/>
          <p:nvPr/>
        </p:nvSpPr>
        <p:spPr>
          <a:xfrm>
            <a:off x="8925942" y="4066262"/>
            <a:ext cx="236725" cy="304233"/>
          </a:xfrm>
          <a:prstGeom prst="rect">
            <a:avLst/>
          </a:prstGeom>
        </p:spPr>
        <p:txBody>
          <a:bodyPr>
            <a:prstTxWarp prst="textPlain"/>
          </a:bodyPr>
          <a:lstStyle/>
          <a:p>
            <a:pPr lvl="0" algn="ctr"/>
            <a:r>
              <a:rPr b="0" i="0">
                <a:ln>
                  <a:noFill/>
                </a:ln>
                <a:solidFill>
                  <a:srgbClr val="6AA84F"/>
                </a:solidFill>
                <a:latin typeface="Abril Fatface"/>
              </a:rPr>
              <a:t>8</a:t>
            </a:r>
          </a:p>
        </p:txBody>
      </p:sp>
      <p:sp>
        <p:nvSpPr>
          <p:cNvPr id="221" name="Shape 221"/>
          <p:cNvSpPr txBox="1"/>
          <p:nvPr>
            <p:ph idx="1" type="body"/>
          </p:nvPr>
        </p:nvSpPr>
        <p:spPr>
          <a:xfrm>
            <a:off x="733425" y="4406300"/>
            <a:ext cx="5915099" cy="519599"/>
          </a:xfrm>
          <a:prstGeom prst="rect">
            <a:avLst/>
          </a:prstGeom>
        </p:spPr>
        <p:txBody>
          <a:bodyPr anchorCtr="0" anchor="t" bIns="91425" lIns="91425" rIns="91425" wrap="square" tIns="91425"/>
          <a:lstStyle>
            <a:lvl1pPr lvl="0">
              <a:spcBef>
                <a:spcPts val="360"/>
              </a:spcBef>
              <a:buSzPct val="100000"/>
              <a:buNone/>
              <a:defRPr sz="1800"/>
            </a:lvl1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blank">
  <p:cSld name="Blank">
    <p:spTree>
      <p:nvGrpSpPr>
        <p:cNvPr id="222" name="Shape 222"/>
        <p:cNvGrpSpPr/>
        <p:nvPr/>
      </p:nvGrpSpPr>
      <p:grpSpPr>
        <a:xfrm>
          <a:off x="0" y="0"/>
          <a:ext cx="0" cy="0"/>
          <a:chOff x="0" y="0"/>
          <a:chExt cx="0" cy="0"/>
        </a:xfrm>
      </p:grpSpPr>
      <p:sp>
        <p:nvSpPr>
          <p:cNvPr id="223" name="Shape 223"/>
          <p:cNvSpPr/>
          <p:nvPr/>
        </p:nvSpPr>
        <p:spPr>
          <a:xfrm>
            <a:off x="7123399" y="2945300"/>
            <a:ext cx="1604424" cy="2273250"/>
          </a:xfrm>
          <a:prstGeom prst="rect">
            <a:avLst/>
          </a:prstGeom>
        </p:spPr>
        <p:txBody>
          <a:bodyPr>
            <a:prstTxWarp prst="textPlain"/>
          </a:bodyPr>
          <a:lstStyle/>
          <a:p>
            <a:pPr lvl="0" algn="ctr"/>
            <a:r>
              <a:rPr b="1" i="0">
                <a:ln>
                  <a:noFill/>
                </a:ln>
                <a:solidFill>
                  <a:srgbClr val="00BFC9">
                    <a:alpha val="45000"/>
                  </a:srgbClr>
                </a:solidFill>
                <a:latin typeface="Montserrat"/>
              </a:rPr>
              <a:t>5</a:t>
            </a:r>
          </a:p>
        </p:txBody>
      </p:sp>
      <p:sp>
        <p:nvSpPr>
          <p:cNvPr id="224" name="Shape 224"/>
          <p:cNvSpPr/>
          <p:nvPr/>
        </p:nvSpPr>
        <p:spPr>
          <a:xfrm>
            <a:off x="8411549" y="1666550"/>
            <a:ext cx="774324" cy="1088275"/>
          </a:xfrm>
          <a:prstGeom prst="rect">
            <a:avLst/>
          </a:prstGeom>
        </p:spPr>
        <p:txBody>
          <a:bodyPr>
            <a:prstTxWarp prst="textPlain"/>
          </a:bodyPr>
          <a:lstStyle/>
          <a:p>
            <a:pPr lvl="0" algn="ctr"/>
            <a:r>
              <a:rPr b="0" i="0">
                <a:ln>
                  <a:noFill/>
                </a:ln>
                <a:solidFill>
                  <a:srgbClr val="00BFC9">
                    <a:alpha val="45000"/>
                  </a:srgbClr>
                </a:solidFill>
                <a:latin typeface="Abril Fatface"/>
              </a:rPr>
              <a:t>3</a:t>
            </a:r>
          </a:p>
        </p:txBody>
      </p:sp>
      <p:sp>
        <p:nvSpPr>
          <p:cNvPr id="225" name="Shape 225"/>
          <p:cNvSpPr/>
          <p:nvPr/>
        </p:nvSpPr>
        <p:spPr>
          <a:xfrm>
            <a:off x="6567123" y="2997748"/>
            <a:ext cx="844060" cy="905441"/>
          </a:xfrm>
          <a:prstGeom prst="rect">
            <a:avLst/>
          </a:prstGeom>
        </p:spPr>
        <p:txBody>
          <a:bodyPr>
            <a:prstTxWarp prst="textPlain"/>
          </a:bodyPr>
          <a:lstStyle/>
          <a:p>
            <a:pPr lvl="0" algn="ctr"/>
            <a:r>
              <a:rPr b="1" i="0">
                <a:ln>
                  <a:noFill/>
                </a:ln>
                <a:solidFill>
                  <a:srgbClr val="00FFFF">
                    <a:alpha val="13460"/>
                  </a:srgbClr>
                </a:solidFill>
                <a:latin typeface="Montserrat"/>
              </a:rPr>
              <a:t>€</a:t>
            </a:r>
          </a:p>
        </p:txBody>
      </p:sp>
      <p:sp>
        <p:nvSpPr>
          <p:cNvPr id="226" name="Shape 226"/>
          <p:cNvSpPr/>
          <p:nvPr/>
        </p:nvSpPr>
        <p:spPr>
          <a:xfrm>
            <a:off x="7702425" y="944674"/>
            <a:ext cx="692017" cy="889382"/>
          </a:xfrm>
          <a:prstGeom prst="rect">
            <a:avLst/>
          </a:prstGeom>
        </p:spPr>
        <p:txBody>
          <a:bodyPr>
            <a:prstTxWarp prst="textPlain"/>
          </a:bodyPr>
          <a:lstStyle/>
          <a:p>
            <a:pPr lvl="0" algn="ctr"/>
            <a:r>
              <a:rPr b="0" i="0">
                <a:ln>
                  <a:noFill/>
                </a:ln>
                <a:solidFill>
                  <a:srgbClr val="00FFFF">
                    <a:alpha val="13460"/>
                  </a:srgbClr>
                </a:solidFill>
                <a:latin typeface="Abril Fatface"/>
              </a:rPr>
              <a:t>9</a:t>
            </a:r>
          </a:p>
        </p:txBody>
      </p:sp>
      <p:sp>
        <p:nvSpPr>
          <p:cNvPr id="227" name="Shape 227"/>
          <p:cNvSpPr/>
          <p:nvPr/>
        </p:nvSpPr>
        <p:spPr>
          <a:xfrm>
            <a:off x="8482541" y="3571675"/>
            <a:ext cx="432249" cy="668624"/>
          </a:xfrm>
          <a:prstGeom prst="rect">
            <a:avLst/>
          </a:prstGeom>
        </p:spPr>
        <p:txBody>
          <a:bodyPr>
            <a:prstTxWarp prst="textPlain"/>
          </a:bodyPr>
          <a:lstStyle/>
          <a:p>
            <a:pPr lvl="0" algn="ctr"/>
            <a:r>
              <a:rPr b="0" i="0">
                <a:ln>
                  <a:noFill/>
                </a:ln>
                <a:solidFill>
                  <a:srgbClr val="00BFC9">
                    <a:alpha val="45000"/>
                  </a:srgbClr>
                </a:solidFill>
                <a:latin typeface="Abril Fatface"/>
              </a:rPr>
              <a:t>7</a:t>
            </a:r>
          </a:p>
        </p:txBody>
      </p:sp>
      <p:sp>
        <p:nvSpPr>
          <p:cNvPr id="228" name="Shape 228"/>
          <p:cNvSpPr/>
          <p:nvPr/>
        </p:nvSpPr>
        <p:spPr>
          <a:xfrm>
            <a:off x="7956575" y="-147125"/>
            <a:ext cx="968664" cy="1446866"/>
          </a:xfrm>
          <a:prstGeom prst="rect">
            <a:avLst/>
          </a:prstGeom>
        </p:spPr>
        <p:txBody>
          <a:bodyPr>
            <a:prstTxWarp prst="textPlain"/>
          </a:bodyPr>
          <a:lstStyle/>
          <a:p>
            <a:pPr lvl="0" algn="ctr"/>
            <a:r>
              <a:rPr b="1" i="0">
                <a:ln>
                  <a:noFill/>
                </a:ln>
                <a:solidFill>
                  <a:srgbClr val="00BFC9">
                    <a:alpha val="45000"/>
                  </a:srgbClr>
                </a:solidFill>
                <a:latin typeface="Montserrat"/>
              </a:rPr>
              <a:t>$</a:t>
            </a:r>
          </a:p>
        </p:txBody>
      </p:sp>
      <p:sp>
        <p:nvSpPr>
          <p:cNvPr id="229" name="Shape 229"/>
          <p:cNvSpPr/>
          <p:nvPr/>
        </p:nvSpPr>
        <p:spPr>
          <a:xfrm>
            <a:off x="7524777" y="-48672"/>
            <a:ext cx="432249" cy="597585"/>
          </a:xfrm>
          <a:prstGeom prst="rect">
            <a:avLst/>
          </a:prstGeom>
        </p:spPr>
        <p:txBody>
          <a:bodyPr>
            <a:prstTxWarp prst="textPlain"/>
          </a:bodyPr>
          <a:lstStyle/>
          <a:p>
            <a:pPr lvl="0" algn="ctr"/>
            <a:r>
              <a:rPr b="0" i="0">
                <a:ln>
                  <a:noFill/>
                </a:ln>
                <a:solidFill>
                  <a:srgbClr val="00FFFF">
                    <a:alpha val="13460"/>
                  </a:srgbClr>
                </a:solidFill>
                <a:latin typeface="Abril Fatface"/>
              </a:rPr>
              <a:t>£</a:t>
            </a:r>
          </a:p>
        </p:txBody>
      </p:sp>
      <p:sp>
        <p:nvSpPr>
          <p:cNvPr id="230" name="Shape 230"/>
          <p:cNvSpPr/>
          <p:nvPr/>
        </p:nvSpPr>
        <p:spPr>
          <a:xfrm>
            <a:off x="7153450" y="1200149"/>
            <a:ext cx="336025" cy="620550"/>
          </a:xfrm>
          <a:prstGeom prst="rect">
            <a:avLst/>
          </a:prstGeom>
        </p:spPr>
        <p:txBody>
          <a:bodyPr>
            <a:prstTxWarp prst="textPlain"/>
          </a:bodyPr>
          <a:lstStyle/>
          <a:p>
            <a:pPr lvl="0" algn="ctr"/>
            <a:r>
              <a:rPr b="0" i="0">
                <a:ln>
                  <a:noFill/>
                </a:ln>
                <a:solidFill>
                  <a:srgbClr val="00BFC9">
                    <a:alpha val="45000"/>
                  </a:srgbClr>
                </a:solidFill>
                <a:latin typeface="Abril Fatface"/>
              </a:rPr>
              <a:t>1</a:t>
            </a:r>
          </a:p>
        </p:txBody>
      </p:sp>
      <p:sp>
        <p:nvSpPr>
          <p:cNvPr id="231" name="Shape 231"/>
          <p:cNvSpPr/>
          <p:nvPr/>
        </p:nvSpPr>
        <p:spPr>
          <a:xfrm>
            <a:off x="7524775" y="1712999"/>
            <a:ext cx="1106399" cy="1498050"/>
          </a:xfrm>
          <a:prstGeom prst="rect">
            <a:avLst/>
          </a:prstGeom>
        </p:spPr>
        <p:txBody>
          <a:bodyPr>
            <a:prstTxWarp prst="textPlain"/>
          </a:bodyPr>
          <a:lstStyle/>
          <a:p>
            <a:pPr lvl="0" algn="ctr"/>
            <a:r>
              <a:rPr b="1" i="0">
                <a:ln>
                  <a:noFill/>
                </a:ln>
                <a:solidFill>
                  <a:srgbClr val="00FFFF">
                    <a:alpha val="13460"/>
                  </a:srgbClr>
                </a:solidFill>
                <a:latin typeface="Montserrat"/>
              </a:rPr>
              <a:t>8</a:t>
            </a:r>
          </a:p>
        </p:txBody>
      </p:sp>
      <p:sp>
        <p:nvSpPr>
          <p:cNvPr id="232" name="Shape 232"/>
          <p:cNvSpPr/>
          <p:nvPr/>
        </p:nvSpPr>
        <p:spPr>
          <a:xfrm rot="-5400000">
            <a:off x="7167501" y="893428"/>
            <a:ext cx="564599" cy="444900"/>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233" name="Shape 233"/>
          <p:cNvSpPr/>
          <p:nvPr/>
        </p:nvSpPr>
        <p:spPr>
          <a:xfrm rot="5400000">
            <a:off x="8455975" y="4580950"/>
            <a:ext cx="485399" cy="334799"/>
          </a:xfrm>
          <a:prstGeom prst="rightArrow">
            <a:avLst>
              <a:gd fmla="val 50000" name="adj1"/>
              <a:gd fmla="val 50000" name="adj2"/>
            </a:avLst>
          </a:prstGeom>
          <a:noFill/>
          <a:ln cap="flat" cmpd="sng" w="9525">
            <a:solidFill>
              <a:srgbClr val="007074"/>
            </a:solidFill>
            <a:prstDash val="solid"/>
            <a:round/>
            <a:headEnd len="med" w="med" type="none"/>
            <a:tailEnd len="med" w="med" type="none"/>
          </a:ln>
        </p:spPr>
        <p:txBody>
          <a:bodyPr anchorCtr="0" anchor="ctr" bIns="91425" lIns="91425" rIns="91425" wrap="square" tIns="91425">
            <a:noAutofit/>
          </a:bodyPr>
          <a:lstStyle/>
          <a:p>
            <a:pPr lvl="0">
              <a:spcBef>
                <a:spcPts val="0"/>
              </a:spcBef>
              <a:buNone/>
            </a:pPr>
            <a:r>
              <a:t/>
            </a:r>
            <a:endParaRPr/>
          </a:p>
        </p:txBody>
      </p:sp>
      <p:sp>
        <p:nvSpPr>
          <p:cNvPr id="234" name="Shape 234"/>
          <p:cNvSpPr/>
          <p:nvPr/>
        </p:nvSpPr>
        <p:spPr>
          <a:xfrm>
            <a:off x="7301600" y="2427892"/>
            <a:ext cx="296397" cy="419653"/>
          </a:xfrm>
          <a:prstGeom prst="rect">
            <a:avLst/>
          </a:prstGeom>
        </p:spPr>
        <p:txBody>
          <a:bodyPr>
            <a:prstTxWarp prst="textPlain"/>
          </a:bodyPr>
          <a:lstStyle/>
          <a:p>
            <a:pPr lvl="0" algn="ctr"/>
            <a:r>
              <a:rPr b="1" i="0">
                <a:ln>
                  <a:noFill/>
                </a:ln>
                <a:solidFill>
                  <a:srgbClr val="6AA84F"/>
                </a:solidFill>
                <a:latin typeface="Montserrat"/>
              </a:rPr>
              <a:t>2</a:t>
            </a:r>
          </a:p>
        </p:txBody>
      </p:sp>
      <p:sp>
        <p:nvSpPr>
          <p:cNvPr id="235" name="Shape 235"/>
          <p:cNvSpPr/>
          <p:nvPr/>
        </p:nvSpPr>
        <p:spPr>
          <a:xfrm>
            <a:off x="8668228" y="988755"/>
            <a:ext cx="354502" cy="423174"/>
          </a:xfrm>
          <a:prstGeom prst="rect">
            <a:avLst/>
          </a:prstGeom>
        </p:spPr>
        <p:txBody>
          <a:bodyPr>
            <a:prstTxWarp prst="textPlain"/>
          </a:bodyPr>
          <a:lstStyle/>
          <a:p>
            <a:pPr lvl="0" algn="ctr"/>
            <a:r>
              <a:rPr b="0" i="0">
                <a:ln>
                  <a:noFill/>
                </a:ln>
                <a:solidFill>
                  <a:srgbClr val="6AA84F"/>
                </a:solidFill>
                <a:latin typeface="Abril Fatface"/>
              </a:rPr>
              <a:t>0</a:t>
            </a:r>
          </a:p>
        </p:txBody>
      </p:sp>
      <p:sp>
        <p:nvSpPr>
          <p:cNvPr id="236" name="Shape 236"/>
          <p:cNvSpPr/>
          <p:nvPr/>
        </p:nvSpPr>
        <p:spPr>
          <a:xfrm>
            <a:off x="8763900" y="3127992"/>
            <a:ext cx="279674" cy="289205"/>
          </a:xfrm>
          <a:prstGeom prst="rect">
            <a:avLst/>
          </a:prstGeom>
        </p:spPr>
        <p:txBody>
          <a:bodyPr>
            <a:prstTxWarp prst="textPlain"/>
          </a:bodyPr>
          <a:lstStyle/>
          <a:p>
            <a:pPr lvl="0" algn="ctr"/>
            <a:r>
              <a:rPr b="1" i="0">
                <a:ln>
                  <a:noFill/>
                </a:ln>
                <a:solidFill>
                  <a:srgbClr val="6AA84F"/>
                </a:solidFill>
                <a:latin typeface="Montserrat"/>
              </a:rPr>
              <a:t>¥</a:t>
            </a:r>
          </a:p>
        </p:txBody>
      </p:sp>
      <p:sp>
        <p:nvSpPr>
          <p:cNvPr id="237" name="Shape 237"/>
          <p:cNvSpPr/>
          <p:nvPr/>
        </p:nvSpPr>
        <p:spPr>
          <a:xfrm>
            <a:off x="7233390" y="1950961"/>
            <a:ext cx="236740" cy="289199"/>
          </a:xfrm>
          <a:prstGeom prst="rect">
            <a:avLst/>
          </a:prstGeom>
        </p:spPr>
        <p:txBody>
          <a:bodyPr>
            <a:prstTxWarp prst="textPlain"/>
          </a:bodyPr>
          <a:lstStyle/>
          <a:p>
            <a:pPr lvl="0" algn="ctr"/>
            <a:r>
              <a:rPr b="0" i="0">
                <a:ln>
                  <a:noFill/>
                </a:ln>
                <a:solidFill>
                  <a:srgbClr val="00FFFF">
                    <a:alpha val="13460"/>
                  </a:srgbClr>
                </a:solidFill>
                <a:latin typeface="Abril Fatface"/>
              </a:rPr>
              <a:t>4</a:t>
            </a:r>
          </a:p>
        </p:txBody>
      </p:sp>
      <p:sp>
        <p:nvSpPr>
          <p:cNvPr id="238" name="Shape 238"/>
          <p:cNvSpPr/>
          <p:nvPr/>
        </p:nvSpPr>
        <p:spPr>
          <a:xfrm>
            <a:off x="6811905" y="-87455"/>
            <a:ext cx="652469" cy="905450"/>
          </a:xfrm>
          <a:prstGeom prst="rect">
            <a:avLst/>
          </a:prstGeom>
        </p:spPr>
        <p:txBody>
          <a:bodyPr>
            <a:prstTxWarp prst="textPlain"/>
          </a:bodyPr>
          <a:lstStyle/>
          <a:p>
            <a:pPr lvl="0" algn="ctr"/>
            <a:r>
              <a:rPr b="1" i="0">
                <a:ln>
                  <a:noFill/>
                </a:ln>
                <a:solidFill>
                  <a:srgbClr val="00FFFF">
                    <a:alpha val="13460"/>
                  </a:srgbClr>
                </a:solidFill>
                <a:latin typeface="Montserrat"/>
              </a:rPr>
              <a:t>6</a:t>
            </a:r>
          </a:p>
        </p:txBody>
      </p:sp>
      <p:sp>
        <p:nvSpPr>
          <p:cNvPr id="239" name="Shape 239"/>
          <p:cNvSpPr/>
          <p:nvPr/>
        </p:nvSpPr>
        <p:spPr>
          <a:xfrm>
            <a:off x="7662626" y="662322"/>
            <a:ext cx="87721" cy="216665"/>
          </a:xfrm>
          <a:prstGeom prst="rect">
            <a:avLst/>
          </a:prstGeom>
        </p:spPr>
        <p:txBody>
          <a:bodyPr>
            <a:prstTxWarp prst="textPlain"/>
          </a:bodyPr>
          <a:lstStyle/>
          <a:p>
            <a:pPr lvl="0" algn="ctr"/>
            <a:r>
              <a:rPr b="1" i="0">
                <a:ln>
                  <a:noFill/>
                </a:ln>
                <a:solidFill>
                  <a:srgbClr val="6AA84F"/>
                </a:solidFill>
                <a:latin typeface="Montserrat"/>
              </a:rPr>
              <a:t>1</a:t>
            </a:r>
          </a:p>
        </p:txBody>
      </p:sp>
      <p:sp>
        <p:nvSpPr>
          <p:cNvPr id="240" name="Shape 240"/>
          <p:cNvSpPr/>
          <p:nvPr/>
        </p:nvSpPr>
        <p:spPr>
          <a:xfrm>
            <a:off x="6992802" y="3859302"/>
            <a:ext cx="164399" cy="225324"/>
          </a:xfrm>
          <a:prstGeom prst="rect">
            <a:avLst/>
          </a:prstGeom>
        </p:spPr>
        <p:txBody>
          <a:bodyPr>
            <a:prstTxWarp prst="textPlain"/>
          </a:bodyPr>
          <a:lstStyle/>
          <a:p>
            <a:pPr lvl="0" algn="ctr"/>
            <a:r>
              <a:rPr b="1" i="0">
                <a:ln>
                  <a:noFill/>
                </a:ln>
                <a:solidFill>
                  <a:srgbClr val="6AA84F"/>
                </a:solidFill>
                <a:latin typeface="Montserrat"/>
              </a:rPr>
              <a:t>4</a:t>
            </a:r>
          </a:p>
        </p:txBody>
      </p:sp>
      <p:sp>
        <p:nvSpPr>
          <p:cNvPr id="241" name="Shape 241"/>
          <p:cNvSpPr/>
          <p:nvPr/>
        </p:nvSpPr>
        <p:spPr>
          <a:xfrm>
            <a:off x="6897399" y="729425"/>
            <a:ext cx="236724" cy="344535"/>
          </a:xfrm>
          <a:prstGeom prst="rect">
            <a:avLst/>
          </a:prstGeom>
        </p:spPr>
        <p:txBody>
          <a:bodyPr>
            <a:prstTxWarp prst="textPlain"/>
          </a:bodyPr>
          <a:lstStyle/>
          <a:p>
            <a:pPr lvl="0" algn="ctr"/>
            <a:r>
              <a:rPr b="0" i="0">
                <a:ln>
                  <a:noFill/>
                </a:ln>
                <a:solidFill>
                  <a:srgbClr val="6AA84F"/>
                </a:solidFill>
                <a:latin typeface="Abril Fatface"/>
              </a:rPr>
              <a:t>5</a:t>
            </a:r>
          </a:p>
        </p:txBody>
      </p:sp>
      <p:sp>
        <p:nvSpPr>
          <p:cNvPr id="242" name="Shape 242"/>
          <p:cNvSpPr/>
          <p:nvPr/>
        </p:nvSpPr>
        <p:spPr>
          <a:xfrm>
            <a:off x="8925942" y="4066262"/>
            <a:ext cx="236725" cy="304233"/>
          </a:xfrm>
          <a:prstGeom prst="rect">
            <a:avLst/>
          </a:prstGeom>
        </p:spPr>
        <p:txBody>
          <a:bodyPr>
            <a:prstTxWarp prst="textPlain"/>
          </a:bodyPr>
          <a:lstStyle/>
          <a:p>
            <a:pPr lvl="0" algn="ctr"/>
            <a:r>
              <a:rPr b="0" i="0">
                <a:ln>
                  <a:noFill/>
                </a:ln>
                <a:solidFill>
                  <a:srgbClr val="6AA84F"/>
                </a:solidFill>
                <a:latin typeface="Abril Fatface"/>
              </a:rPr>
              <a:t>8</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Completely blank">
    <p:spTree>
      <p:nvGrpSpPr>
        <p:cNvPr id="243" name="Shape 24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
    <p:bg>
      <p:bgPr>
        <a:solidFill>
          <a:srgbClr val="004046"/>
        </a:solidFill>
      </p:bgPr>
    </p:bg>
    <p:spTree>
      <p:nvGrpSpPr>
        <p:cNvPr id="5" name="Shape 5"/>
        <p:cNvGrpSpPr/>
        <p:nvPr/>
      </p:nvGrpSpPr>
      <p:grpSpPr>
        <a:xfrm>
          <a:off x="0" y="0"/>
          <a:ext cx="0" cy="0"/>
          <a:chOff x="0" y="0"/>
          <a:chExt cx="0" cy="0"/>
        </a:xfrm>
      </p:grpSpPr>
      <p:grpSp>
        <p:nvGrpSpPr>
          <p:cNvPr id="6" name="Shape 6"/>
          <p:cNvGrpSpPr/>
          <p:nvPr/>
        </p:nvGrpSpPr>
        <p:grpSpPr>
          <a:xfrm>
            <a:off x="825797" y="-750"/>
            <a:ext cx="7486404" cy="5145000"/>
            <a:chOff x="825797" y="-750"/>
            <a:chExt cx="7486404" cy="5145000"/>
          </a:xfrm>
        </p:grpSpPr>
        <p:cxnSp>
          <p:nvCxnSpPr>
            <p:cNvPr id="7" name="Shape 7"/>
            <p:cNvCxnSpPr/>
            <p:nvPr/>
          </p:nvCxnSpPr>
          <p:spPr>
            <a:xfrm>
              <a:off x="825797" y="-750"/>
              <a:ext cx="0" cy="5145000"/>
            </a:xfrm>
            <a:prstGeom prst="straightConnector1">
              <a:avLst/>
            </a:prstGeom>
            <a:noFill/>
            <a:ln cap="flat" cmpd="sng" w="9525">
              <a:solidFill>
                <a:srgbClr val="005C65"/>
              </a:solidFill>
              <a:prstDash val="dot"/>
              <a:round/>
              <a:headEnd len="lg" w="lg" type="none"/>
              <a:tailEnd len="lg" w="lg" type="none"/>
            </a:ln>
          </p:spPr>
        </p:cxnSp>
        <p:cxnSp>
          <p:nvCxnSpPr>
            <p:cNvPr id="8" name="Shape 8"/>
            <p:cNvCxnSpPr/>
            <p:nvPr/>
          </p:nvCxnSpPr>
          <p:spPr>
            <a:xfrm>
              <a:off x="1657620" y="-750"/>
              <a:ext cx="0" cy="5145000"/>
            </a:xfrm>
            <a:prstGeom prst="straightConnector1">
              <a:avLst/>
            </a:prstGeom>
            <a:noFill/>
            <a:ln cap="flat" cmpd="sng" w="9525">
              <a:solidFill>
                <a:srgbClr val="005C65"/>
              </a:solidFill>
              <a:prstDash val="dot"/>
              <a:round/>
              <a:headEnd len="lg" w="lg" type="none"/>
              <a:tailEnd len="lg" w="lg" type="none"/>
            </a:ln>
          </p:spPr>
        </p:cxnSp>
        <p:cxnSp>
          <p:nvCxnSpPr>
            <p:cNvPr id="9" name="Shape 9"/>
            <p:cNvCxnSpPr/>
            <p:nvPr/>
          </p:nvCxnSpPr>
          <p:spPr>
            <a:xfrm>
              <a:off x="2489443" y="-750"/>
              <a:ext cx="0" cy="5145000"/>
            </a:xfrm>
            <a:prstGeom prst="straightConnector1">
              <a:avLst/>
            </a:prstGeom>
            <a:noFill/>
            <a:ln cap="flat" cmpd="sng" w="9525">
              <a:solidFill>
                <a:srgbClr val="005C65"/>
              </a:solidFill>
              <a:prstDash val="dot"/>
              <a:round/>
              <a:headEnd len="lg" w="lg" type="none"/>
              <a:tailEnd len="lg" w="lg" type="none"/>
            </a:ln>
          </p:spPr>
        </p:cxnSp>
        <p:cxnSp>
          <p:nvCxnSpPr>
            <p:cNvPr id="10" name="Shape 10"/>
            <p:cNvCxnSpPr/>
            <p:nvPr/>
          </p:nvCxnSpPr>
          <p:spPr>
            <a:xfrm>
              <a:off x="8312202" y="-750"/>
              <a:ext cx="0" cy="5145000"/>
            </a:xfrm>
            <a:prstGeom prst="straightConnector1">
              <a:avLst/>
            </a:prstGeom>
            <a:noFill/>
            <a:ln cap="flat" cmpd="sng" w="9525">
              <a:solidFill>
                <a:srgbClr val="005C65"/>
              </a:solidFill>
              <a:prstDash val="dot"/>
              <a:round/>
              <a:headEnd len="lg" w="lg" type="none"/>
              <a:tailEnd len="lg" w="lg" type="none"/>
            </a:ln>
          </p:spPr>
        </p:cxnSp>
        <p:cxnSp>
          <p:nvCxnSpPr>
            <p:cNvPr id="11" name="Shape 11"/>
            <p:cNvCxnSpPr/>
            <p:nvPr/>
          </p:nvCxnSpPr>
          <p:spPr>
            <a:xfrm>
              <a:off x="7480379" y="-750"/>
              <a:ext cx="0" cy="5145000"/>
            </a:xfrm>
            <a:prstGeom prst="straightConnector1">
              <a:avLst/>
            </a:prstGeom>
            <a:noFill/>
            <a:ln cap="flat" cmpd="sng" w="9525">
              <a:solidFill>
                <a:srgbClr val="005C65"/>
              </a:solidFill>
              <a:prstDash val="dot"/>
              <a:round/>
              <a:headEnd len="lg" w="lg" type="none"/>
              <a:tailEnd len="lg" w="lg" type="none"/>
            </a:ln>
          </p:spPr>
        </p:cxnSp>
        <p:cxnSp>
          <p:nvCxnSpPr>
            <p:cNvPr id="12" name="Shape 12"/>
            <p:cNvCxnSpPr/>
            <p:nvPr/>
          </p:nvCxnSpPr>
          <p:spPr>
            <a:xfrm>
              <a:off x="6648557" y="-750"/>
              <a:ext cx="0" cy="5145000"/>
            </a:xfrm>
            <a:prstGeom prst="straightConnector1">
              <a:avLst/>
            </a:prstGeom>
            <a:noFill/>
            <a:ln cap="flat" cmpd="sng" w="9525">
              <a:solidFill>
                <a:srgbClr val="005C65"/>
              </a:solidFill>
              <a:prstDash val="dot"/>
              <a:round/>
              <a:headEnd len="lg" w="lg" type="none"/>
              <a:tailEnd len="lg" w="lg" type="none"/>
            </a:ln>
          </p:spPr>
        </p:cxnSp>
        <p:cxnSp>
          <p:nvCxnSpPr>
            <p:cNvPr id="13" name="Shape 13"/>
            <p:cNvCxnSpPr/>
            <p:nvPr/>
          </p:nvCxnSpPr>
          <p:spPr>
            <a:xfrm>
              <a:off x="5816733" y="-750"/>
              <a:ext cx="0" cy="5145000"/>
            </a:xfrm>
            <a:prstGeom prst="straightConnector1">
              <a:avLst/>
            </a:prstGeom>
            <a:noFill/>
            <a:ln cap="flat" cmpd="sng" w="9525">
              <a:solidFill>
                <a:srgbClr val="005C65"/>
              </a:solidFill>
              <a:prstDash val="dot"/>
              <a:round/>
              <a:headEnd len="lg" w="lg" type="none"/>
              <a:tailEnd len="lg" w="lg" type="none"/>
            </a:ln>
          </p:spPr>
        </p:cxnSp>
        <p:cxnSp>
          <p:nvCxnSpPr>
            <p:cNvPr id="14" name="Shape 14"/>
            <p:cNvCxnSpPr/>
            <p:nvPr/>
          </p:nvCxnSpPr>
          <p:spPr>
            <a:xfrm>
              <a:off x="4984911" y="-750"/>
              <a:ext cx="0" cy="5145000"/>
            </a:xfrm>
            <a:prstGeom prst="straightConnector1">
              <a:avLst/>
            </a:prstGeom>
            <a:noFill/>
            <a:ln cap="flat" cmpd="sng" w="9525">
              <a:solidFill>
                <a:srgbClr val="005C65"/>
              </a:solidFill>
              <a:prstDash val="dot"/>
              <a:round/>
              <a:headEnd len="lg" w="lg" type="none"/>
              <a:tailEnd len="lg" w="lg" type="none"/>
            </a:ln>
          </p:spPr>
        </p:cxnSp>
        <p:cxnSp>
          <p:nvCxnSpPr>
            <p:cNvPr id="15" name="Shape 15"/>
            <p:cNvCxnSpPr/>
            <p:nvPr/>
          </p:nvCxnSpPr>
          <p:spPr>
            <a:xfrm>
              <a:off x="4153088" y="-750"/>
              <a:ext cx="0" cy="5145000"/>
            </a:xfrm>
            <a:prstGeom prst="straightConnector1">
              <a:avLst/>
            </a:prstGeom>
            <a:noFill/>
            <a:ln cap="flat" cmpd="sng" w="9525">
              <a:solidFill>
                <a:srgbClr val="005C65"/>
              </a:solidFill>
              <a:prstDash val="dot"/>
              <a:round/>
              <a:headEnd len="lg" w="lg" type="none"/>
              <a:tailEnd len="lg" w="lg" type="none"/>
            </a:ln>
          </p:spPr>
        </p:cxnSp>
        <p:cxnSp>
          <p:nvCxnSpPr>
            <p:cNvPr id="16" name="Shape 16"/>
            <p:cNvCxnSpPr/>
            <p:nvPr/>
          </p:nvCxnSpPr>
          <p:spPr>
            <a:xfrm>
              <a:off x="3321266" y="-750"/>
              <a:ext cx="0" cy="5145000"/>
            </a:xfrm>
            <a:prstGeom prst="straightConnector1">
              <a:avLst/>
            </a:prstGeom>
            <a:noFill/>
            <a:ln cap="flat" cmpd="sng" w="9525">
              <a:solidFill>
                <a:srgbClr val="005C65"/>
              </a:solidFill>
              <a:prstDash val="dot"/>
              <a:round/>
              <a:headEnd len="lg" w="lg" type="none"/>
              <a:tailEnd len="lg" w="lg" type="none"/>
            </a:ln>
          </p:spPr>
        </p:cxnSp>
      </p:grpSp>
      <p:sp>
        <p:nvSpPr>
          <p:cNvPr id="17" name="Shape 17"/>
          <p:cNvSpPr txBox="1"/>
          <p:nvPr>
            <p:ph type="title"/>
          </p:nvPr>
        </p:nvSpPr>
        <p:spPr>
          <a:xfrm>
            <a:off x="735875" y="780900"/>
            <a:ext cx="5917199" cy="697500"/>
          </a:xfrm>
          <a:prstGeom prst="rect">
            <a:avLst/>
          </a:prstGeom>
          <a:noFill/>
          <a:ln>
            <a:noFill/>
          </a:ln>
        </p:spPr>
        <p:txBody>
          <a:bodyPr anchorCtr="0" anchor="b" bIns="91425" lIns="91425" rIns="91425" wrap="square" tIns="91425"/>
          <a:lstStyle>
            <a:lvl1pPr lvl="0">
              <a:spcBef>
                <a:spcPts val="0"/>
              </a:spcBef>
              <a:buClr>
                <a:srgbClr val="6AA84F"/>
              </a:buClr>
              <a:buSzPct val="100000"/>
              <a:buFont typeface="Montserrat"/>
              <a:buNone/>
              <a:defRPr b="1" sz="2400">
                <a:solidFill>
                  <a:srgbClr val="6AA84F"/>
                </a:solidFill>
                <a:latin typeface="Montserrat"/>
                <a:ea typeface="Montserrat"/>
                <a:cs typeface="Montserrat"/>
                <a:sym typeface="Montserrat"/>
              </a:defRPr>
            </a:lvl1pPr>
            <a:lvl2pPr lvl="1">
              <a:spcBef>
                <a:spcPts val="0"/>
              </a:spcBef>
              <a:buClr>
                <a:srgbClr val="6AA84F"/>
              </a:buClr>
              <a:buSzPct val="100000"/>
              <a:buFont typeface="Montserrat"/>
              <a:buNone/>
              <a:defRPr b="1" sz="2400">
                <a:solidFill>
                  <a:srgbClr val="6AA84F"/>
                </a:solidFill>
                <a:latin typeface="Montserrat"/>
                <a:ea typeface="Montserrat"/>
                <a:cs typeface="Montserrat"/>
                <a:sym typeface="Montserrat"/>
              </a:defRPr>
            </a:lvl2pPr>
            <a:lvl3pPr lvl="2">
              <a:spcBef>
                <a:spcPts val="0"/>
              </a:spcBef>
              <a:buClr>
                <a:srgbClr val="6AA84F"/>
              </a:buClr>
              <a:buSzPct val="100000"/>
              <a:buFont typeface="Montserrat"/>
              <a:buNone/>
              <a:defRPr b="1" sz="2400">
                <a:solidFill>
                  <a:srgbClr val="6AA84F"/>
                </a:solidFill>
                <a:latin typeface="Montserrat"/>
                <a:ea typeface="Montserrat"/>
                <a:cs typeface="Montserrat"/>
                <a:sym typeface="Montserrat"/>
              </a:defRPr>
            </a:lvl3pPr>
            <a:lvl4pPr lvl="3">
              <a:spcBef>
                <a:spcPts val="0"/>
              </a:spcBef>
              <a:buClr>
                <a:srgbClr val="6AA84F"/>
              </a:buClr>
              <a:buSzPct val="100000"/>
              <a:buFont typeface="Montserrat"/>
              <a:buNone/>
              <a:defRPr b="1" sz="2400">
                <a:solidFill>
                  <a:srgbClr val="6AA84F"/>
                </a:solidFill>
                <a:latin typeface="Montserrat"/>
                <a:ea typeface="Montserrat"/>
                <a:cs typeface="Montserrat"/>
                <a:sym typeface="Montserrat"/>
              </a:defRPr>
            </a:lvl4pPr>
            <a:lvl5pPr lvl="4">
              <a:spcBef>
                <a:spcPts val="0"/>
              </a:spcBef>
              <a:buClr>
                <a:srgbClr val="6AA84F"/>
              </a:buClr>
              <a:buSzPct val="100000"/>
              <a:buFont typeface="Montserrat"/>
              <a:buNone/>
              <a:defRPr b="1" sz="2400">
                <a:solidFill>
                  <a:srgbClr val="6AA84F"/>
                </a:solidFill>
                <a:latin typeface="Montserrat"/>
                <a:ea typeface="Montserrat"/>
                <a:cs typeface="Montserrat"/>
                <a:sym typeface="Montserrat"/>
              </a:defRPr>
            </a:lvl5pPr>
            <a:lvl6pPr lvl="5">
              <a:spcBef>
                <a:spcPts val="0"/>
              </a:spcBef>
              <a:buClr>
                <a:srgbClr val="6AA84F"/>
              </a:buClr>
              <a:buSzPct val="100000"/>
              <a:buFont typeface="Montserrat"/>
              <a:buNone/>
              <a:defRPr b="1" sz="2400">
                <a:solidFill>
                  <a:srgbClr val="6AA84F"/>
                </a:solidFill>
                <a:latin typeface="Montserrat"/>
                <a:ea typeface="Montserrat"/>
                <a:cs typeface="Montserrat"/>
                <a:sym typeface="Montserrat"/>
              </a:defRPr>
            </a:lvl6pPr>
            <a:lvl7pPr lvl="6">
              <a:spcBef>
                <a:spcPts val="0"/>
              </a:spcBef>
              <a:buClr>
                <a:srgbClr val="6AA84F"/>
              </a:buClr>
              <a:buSzPct val="100000"/>
              <a:buFont typeface="Montserrat"/>
              <a:buNone/>
              <a:defRPr b="1" sz="2400">
                <a:solidFill>
                  <a:srgbClr val="6AA84F"/>
                </a:solidFill>
                <a:latin typeface="Montserrat"/>
                <a:ea typeface="Montserrat"/>
                <a:cs typeface="Montserrat"/>
                <a:sym typeface="Montserrat"/>
              </a:defRPr>
            </a:lvl7pPr>
            <a:lvl8pPr lvl="7">
              <a:spcBef>
                <a:spcPts val="0"/>
              </a:spcBef>
              <a:buClr>
                <a:srgbClr val="6AA84F"/>
              </a:buClr>
              <a:buSzPct val="100000"/>
              <a:buFont typeface="Montserrat"/>
              <a:buNone/>
              <a:defRPr b="1" sz="2400">
                <a:solidFill>
                  <a:srgbClr val="6AA84F"/>
                </a:solidFill>
                <a:latin typeface="Montserrat"/>
                <a:ea typeface="Montserrat"/>
                <a:cs typeface="Montserrat"/>
                <a:sym typeface="Montserrat"/>
              </a:defRPr>
            </a:lvl8pPr>
            <a:lvl9pPr lvl="8">
              <a:spcBef>
                <a:spcPts val="0"/>
              </a:spcBef>
              <a:buClr>
                <a:srgbClr val="6AA84F"/>
              </a:buClr>
              <a:buSzPct val="100000"/>
              <a:buFont typeface="Montserrat"/>
              <a:buNone/>
              <a:defRPr b="1" sz="2400">
                <a:solidFill>
                  <a:srgbClr val="6AA84F"/>
                </a:solidFill>
                <a:latin typeface="Montserrat"/>
                <a:ea typeface="Montserrat"/>
                <a:cs typeface="Montserrat"/>
                <a:sym typeface="Montserrat"/>
              </a:defRPr>
            </a:lvl9pPr>
          </a:lstStyle>
          <a:p/>
        </p:txBody>
      </p:sp>
      <p:sp>
        <p:nvSpPr>
          <p:cNvPr id="18" name="Shape 18"/>
          <p:cNvSpPr txBox="1"/>
          <p:nvPr>
            <p:ph idx="1" type="body"/>
          </p:nvPr>
        </p:nvSpPr>
        <p:spPr>
          <a:xfrm>
            <a:off x="735875" y="1513573"/>
            <a:ext cx="5917199" cy="3031200"/>
          </a:xfrm>
          <a:prstGeom prst="rect">
            <a:avLst/>
          </a:prstGeom>
          <a:noFill/>
          <a:ln>
            <a:noFill/>
          </a:ln>
        </p:spPr>
        <p:txBody>
          <a:bodyPr anchorCtr="0" anchor="t" bIns="91425" lIns="91425" rIns="91425" wrap="square" tIns="91425"/>
          <a:lstStyle>
            <a:lvl1pPr lvl="0">
              <a:spcBef>
                <a:spcPts val="600"/>
              </a:spcBef>
              <a:buClr>
                <a:srgbClr val="EFEFEF"/>
              </a:buClr>
              <a:buSzPct val="100000"/>
              <a:buFont typeface="PT Serif"/>
              <a:buChar char="⊸"/>
              <a:defRPr sz="2400">
                <a:solidFill>
                  <a:srgbClr val="EFEFEF"/>
                </a:solidFill>
                <a:latin typeface="PT Serif"/>
                <a:ea typeface="PT Serif"/>
                <a:cs typeface="PT Serif"/>
                <a:sym typeface="PT Serif"/>
              </a:defRPr>
            </a:lvl1pPr>
            <a:lvl2pPr lvl="1">
              <a:spcBef>
                <a:spcPts val="480"/>
              </a:spcBef>
              <a:buClr>
                <a:srgbClr val="EFEFEF"/>
              </a:buClr>
              <a:buSzPct val="100000"/>
              <a:buFont typeface="PT Serif"/>
              <a:buChar char="▫"/>
              <a:defRPr sz="2400">
                <a:solidFill>
                  <a:srgbClr val="EFEFEF"/>
                </a:solidFill>
                <a:latin typeface="PT Serif"/>
                <a:ea typeface="PT Serif"/>
                <a:cs typeface="PT Serif"/>
                <a:sym typeface="PT Serif"/>
              </a:defRPr>
            </a:lvl2pPr>
            <a:lvl3pPr lvl="2">
              <a:spcBef>
                <a:spcPts val="480"/>
              </a:spcBef>
              <a:buClr>
                <a:srgbClr val="EFEFEF"/>
              </a:buClr>
              <a:buSzPct val="100000"/>
              <a:buFont typeface="PT Serif"/>
              <a:buChar char="⋅"/>
              <a:defRPr sz="2400">
                <a:solidFill>
                  <a:srgbClr val="EFEFEF"/>
                </a:solidFill>
                <a:latin typeface="PT Serif"/>
                <a:ea typeface="PT Serif"/>
                <a:cs typeface="PT Serif"/>
                <a:sym typeface="PT Serif"/>
              </a:defRPr>
            </a:lvl3pPr>
            <a:lvl4pPr lvl="3">
              <a:spcBef>
                <a:spcPts val="360"/>
              </a:spcBef>
              <a:buClr>
                <a:srgbClr val="EFEFEF"/>
              </a:buClr>
              <a:buSzPct val="100000"/>
              <a:buFont typeface="PT Serif"/>
              <a:buChar char="●"/>
              <a:defRPr sz="2400">
                <a:solidFill>
                  <a:srgbClr val="EFEFEF"/>
                </a:solidFill>
                <a:latin typeface="PT Serif"/>
                <a:ea typeface="PT Serif"/>
                <a:cs typeface="PT Serif"/>
                <a:sym typeface="PT Serif"/>
              </a:defRPr>
            </a:lvl4pPr>
            <a:lvl5pPr lvl="4">
              <a:spcBef>
                <a:spcPts val="360"/>
              </a:spcBef>
              <a:buClr>
                <a:srgbClr val="EFEFEF"/>
              </a:buClr>
              <a:buSzPct val="100000"/>
              <a:buFont typeface="PT Serif"/>
              <a:buChar char="○"/>
              <a:defRPr sz="2400">
                <a:solidFill>
                  <a:srgbClr val="EFEFEF"/>
                </a:solidFill>
                <a:latin typeface="PT Serif"/>
                <a:ea typeface="PT Serif"/>
                <a:cs typeface="PT Serif"/>
                <a:sym typeface="PT Serif"/>
              </a:defRPr>
            </a:lvl5pPr>
            <a:lvl6pPr lvl="5">
              <a:spcBef>
                <a:spcPts val="360"/>
              </a:spcBef>
              <a:buClr>
                <a:srgbClr val="EFEFEF"/>
              </a:buClr>
              <a:buSzPct val="100000"/>
              <a:buFont typeface="PT Serif"/>
              <a:buChar char="■"/>
              <a:defRPr sz="2400">
                <a:solidFill>
                  <a:srgbClr val="EFEFEF"/>
                </a:solidFill>
                <a:latin typeface="PT Serif"/>
                <a:ea typeface="PT Serif"/>
                <a:cs typeface="PT Serif"/>
                <a:sym typeface="PT Serif"/>
              </a:defRPr>
            </a:lvl6pPr>
            <a:lvl7pPr lvl="6">
              <a:spcBef>
                <a:spcPts val="360"/>
              </a:spcBef>
              <a:buClr>
                <a:srgbClr val="EFEFEF"/>
              </a:buClr>
              <a:buSzPct val="100000"/>
              <a:buFont typeface="PT Serif"/>
              <a:buChar char="●"/>
              <a:defRPr sz="2400">
                <a:solidFill>
                  <a:srgbClr val="EFEFEF"/>
                </a:solidFill>
                <a:latin typeface="PT Serif"/>
                <a:ea typeface="PT Serif"/>
                <a:cs typeface="PT Serif"/>
                <a:sym typeface="PT Serif"/>
              </a:defRPr>
            </a:lvl7pPr>
            <a:lvl8pPr lvl="7">
              <a:spcBef>
                <a:spcPts val="360"/>
              </a:spcBef>
              <a:buClr>
                <a:srgbClr val="EFEFEF"/>
              </a:buClr>
              <a:buSzPct val="100000"/>
              <a:buFont typeface="PT Serif"/>
              <a:buChar char="○"/>
              <a:defRPr sz="2400">
                <a:solidFill>
                  <a:srgbClr val="EFEFEF"/>
                </a:solidFill>
                <a:latin typeface="PT Serif"/>
                <a:ea typeface="PT Serif"/>
                <a:cs typeface="PT Serif"/>
                <a:sym typeface="PT Serif"/>
              </a:defRPr>
            </a:lvl8pPr>
            <a:lvl9pPr lvl="8">
              <a:spcBef>
                <a:spcPts val="360"/>
              </a:spcBef>
              <a:buClr>
                <a:srgbClr val="EFEFEF"/>
              </a:buClr>
              <a:buSzPct val="100000"/>
              <a:buFont typeface="PT Serif"/>
              <a:buChar char="■"/>
              <a:defRPr sz="2400">
                <a:solidFill>
                  <a:srgbClr val="EFEFEF"/>
                </a:solidFill>
                <a:latin typeface="PT Serif"/>
                <a:ea typeface="PT Serif"/>
                <a:cs typeface="PT Serif"/>
                <a:sym typeface="PT Serif"/>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hyperlink" Target="https://en.wikipedia.org/wiki/Cryptocurrency"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hyperlink" Target="http://money.cnn.com/2017/09/15/technology/china-bitcoin-exchanges-prices-crash/index.html" TargetMode="External"/><Relationship Id="rId4" Type="http://schemas.openxmlformats.org/officeDocument/2006/relationships/hyperlink" Target="http://money.cnn.com/2017/09/15/technology/china-bitcoin-exchanges-prices-crash/index.html" TargetMode="External"/><Relationship Id="rId5" Type="http://schemas.openxmlformats.org/officeDocument/2006/relationships/hyperlink" Target="https://www.cnbc.com/2017/09/14/bitcoin-fans-fire-back-at-jamie-dimon-after-fraud-comment.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hyperlink" Target="http://www.slidescarnival.com/" TargetMode="External"/><Relationship Id="rId4" Type="http://schemas.openxmlformats.org/officeDocument/2006/relationships/hyperlink" Target="http://unsplash.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7" name="Shape 247"/>
        <p:cNvGrpSpPr/>
        <p:nvPr/>
      </p:nvGrpSpPr>
      <p:grpSpPr>
        <a:xfrm>
          <a:off x="0" y="0"/>
          <a:ext cx="0" cy="0"/>
          <a:chOff x="0" y="0"/>
          <a:chExt cx="0" cy="0"/>
        </a:xfrm>
      </p:grpSpPr>
      <p:sp>
        <p:nvSpPr>
          <p:cNvPr id="248" name="Shape 248"/>
          <p:cNvSpPr txBox="1"/>
          <p:nvPr>
            <p:ph type="ctrTitle"/>
          </p:nvPr>
        </p:nvSpPr>
        <p:spPr>
          <a:xfrm>
            <a:off x="1661700" y="567400"/>
            <a:ext cx="5820600" cy="3884700"/>
          </a:xfrm>
          <a:prstGeom prst="rect">
            <a:avLst/>
          </a:prstGeom>
        </p:spPr>
        <p:txBody>
          <a:bodyPr anchorCtr="0" anchor="ctr" bIns="91425" lIns="91425" rIns="91425" wrap="square" tIns="91425">
            <a:noAutofit/>
          </a:bodyPr>
          <a:lstStyle/>
          <a:p>
            <a:pPr lvl="0" rtl="0">
              <a:spcBef>
                <a:spcPts val="0"/>
              </a:spcBef>
              <a:buNone/>
            </a:pPr>
            <a:r>
              <a:rPr lang="en" sz="3600"/>
              <a:t>TWITTER ANALYSIS FOR CRYPTOCURRENCY INVESTMENT</a:t>
            </a:r>
          </a:p>
          <a:p>
            <a:pPr lvl="0">
              <a:spcBef>
                <a:spcPts val="0"/>
              </a:spcBef>
              <a:buNone/>
            </a:pPr>
            <a:r>
              <a:t/>
            </a:r>
            <a:endParaRPr sz="3600"/>
          </a:p>
          <a:p>
            <a:pPr lvl="0">
              <a:spcBef>
                <a:spcPts val="0"/>
              </a:spcBef>
              <a:buNone/>
            </a:pPr>
            <a:r>
              <a:rPr lang="en" sz="2400"/>
              <a:t>DS501 - Group 1</a:t>
            </a:r>
          </a:p>
          <a:p>
            <a:pPr lvl="0">
              <a:spcBef>
                <a:spcPts val="0"/>
              </a:spcBef>
              <a:buNone/>
            </a:pPr>
            <a:r>
              <a:rPr lang="en" sz="2400"/>
              <a:t>September 21, 2017</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2" name="Shape 252"/>
        <p:cNvGrpSpPr/>
        <p:nvPr/>
      </p:nvGrpSpPr>
      <p:grpSpPr>
        <a:xfrm>
          <a:off x="0" y="0"/>
          <a:ext cx="0" cy="0"/>
          <a:chOff x="0" y="0"/>
          <a:chExt cx="0" cy="0"/>
        </a:xfrm>
      </p:grpSpPr>
      <p:sp>
        <p:nvSpPr>
          <p:cNvPr id="253" name="Shape 253"/>
          <p:cNvSpPr txBox="1"/>
          <p:nvPr>
            <p:ph idx="4294967295" type="ctrTitle"/>
          </p:nvPr>
        </p:nvSpPr>
        <p:spPr>
          <a:xfrm>
            <a:off x="638175" y="1202350"/>
            <a:ext cx="6593700" cy="1159799"/>
          </a:xfrm>
          <a:prstGeom prst="rect">
            <a:avLst/>
          </a:prstGeom>
        </p:spPr>
        <p:txBody>
          <a:bodyPr anchorCtr="0" anchor="b" bIns="91425" lIns="91425" rIns="91425" wrap="square" tIns="91425">
            <a:noAutofit/>
          </a:bodyPr>
          <a:lstStyle/>
          <a:p>
            <a:pPr lvl="0">
              <a:spcBef>
                <a:spcPts val="0"/>
              </a:spcBef>
              <a:buNone/>
            </a:pPr>
            <a:r>
              <a:rPr lang="en" sz="9600"/>
              <a:t>Hello!</a:t>
            </a:r>
          </a:p>
        </p:txBody>
      </p:sp>
      <p:sp>
        <p:nvSpPr>
          <p:cNvPr id="254" name="Shape 254"/>
          <p:cNvSpPr txBox="1"/>
          <p:nvPr>
            <p:ph idx="4294967295" type="subTitle"/>
          </p:nvPr>
        </p:nvSpPr>
        <p:spPr>
          <a:xfrm>
            <a:off x="714375" y="2401912"/>
            <a:ext cx="6593700" cy="784799"/>
          </a:xfrm>
          <a:prstGeom prst="rect">
            <a:avLst/>
          </a:prstGeom>
        </p:spPr>
        <p:txBody>
          <a:bodyPr anchorCtr="0" anchor="t" bIns="91425" lIns="91425" rIns="91425" wrap="square" tIns="91425">
            <a:noAutofit/>
          </a:bodyPr>
          <a:lstStyle/>
          <a:p>
            <a:pPr lvl="0">
              <a:spcBef>
                <a:spcPts val="0"/>
              </a:spcBef>
              <a:buNone/>
            </a:pPr>
            <a:r>
              <a:rPr lang="en" sz="3600"/>
              <a:t>We are Team 1.</a:t>
            </a:r>
          </a:p>
        </p:txBody>
      </p:sp>
      <p:sp>
        <p:nvSpPr>
          <p:cNvPr id="255" name="Shape 255"/>
          <p:cNvSpPr txBox="1"/>
          <p:nvPr>
            <p:ph idx="4294967295" type="body"/>
          </p:nvPr>
        </p:nvSpPr>
        <p:spPr>
          <a:xfrm>
            <a:off x="714375" y="3226400"/>
            <a:ext cx="6593700" cy="1159799"/>
          </a:xfrm>
          <a:prstGeom prst="rect">
            <a:avLst/>
          </a:prstGeom>
        </p:spPr>
        <p:txBody>
          <a:bodyPr anchorCtr="0" anchor="t" bIns="91425" lIns="91425" rIns="91425" wrap="square" tIns="91425">
            <a:noAutofit/>
          </a:bodyPr>
          <a:lstStyle/>
          <a:p>
            <a:pPr lvl="0">
              <a:spcBef>
                <a:spcPts val="0"/>
              </a:spcBef>
              <a:buNone/>
            </a:pPr>
            <a:r>
              <a:rPr lang="en" sz="1800"/>
              <a:t>Claire Danaher	Jonathan Friedman	Janvi Kothari		</a:t>
            </a:r>
          </a:p>
          <a:p>
            <a:pPr lvl="0">
              <a:spcBef>
                <a:spcPts val="0"/>
              </a:spcBef>
              <a:buNone/>
            </a:pPr>
            <a:r>
              <a:rPr lang="en" sz="1800"/>
              <a:t>Renee Sweeney	Erin Teeple</a:t>
            </a:r>
            <a:r>
              <a:rPr lang="en" sz="1800"/>
              <a:t> </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9" name="Shape 259"/>
        <p:cNvGrpSpPr/>
        <p:nvPr/>
      </p:nvGrpSpPr>
      <p:grpSpPr>
        <a:xfrm>
          <a:off x="0" y="0"/>
          <a:ext cx="0" cy="0"/>
          <a:chOff x="0" y="0"/>
          <a:chExt cx="0" cy="0"/>
        </a:xfrm>
      </p:grpSpPr>
      <p:sp>
        <p:nvSpPr>
          <p:cNvPr id="260" name="Shape 260"/>
          <p:cNvSpPr txBox="1"/>
          <p:nvPr>
            <p:ph type="ctrTitle"/>
          </p:nvPr>
        </p:nvSpPr>
        <p:spPr>
          <a:xfrm>
            <a:off x="245500" y="254650"/>
            <a:ext cx="6389100" cy="1159800"/>
          </a:xfrm>
          <a:prstGeom prst="rect">
            <a:avLst/>
          </a:prstGeom>
        </p:spPr>
        <p:txBody>
          <a:bodyPr anchorCtr="0" anchor="b" bIns="91425" lIns="91425" rIns="91425" wrap="square" tIns="91425">
            <a:noAutofit/>
          </a:bodyPr>
          <a:lstStyle/>
          <a:p>
            <a:pPr lvl="0" rtl="0">
              <a:spcBef>
                <a:spcPts val="0"/>
              </a:spcBef>
              <a:buNone/>
            </a:pPr>
            <a:r>
              <a:rPr lang="en"/>
              <a:t>Case Study #1</a:t>
            </a:r>
          </a:p>
        </p:txBody>
      </p:sp>
      <p:sp>
        <p:nvSpPr>
          <p:cNvPr id="261" name="Shape 261"/>
          <p:cNvSpPr txBox="1"/>
          <p:nvPr>
            <p:ph idx="1" type="subTitle"/>
          </p:nvPr>
        </p:nvSpPr>
        <p:spPr>
          <a:xfrm>
            <a:off x="245500" y="1591450"/>
            <a:ext cx="5968800" cy="784800"/>
          </a:xfrm>
          <a:prstGeom prst="rect">
            <a:avLst/>
          </a:prstGeom>
        </p:spPr>
        <p:txBody>
          <a:bodyPr anchorCtr="0" anchor="t" bIns="91425" lIns="91425" rIns="91425" wrap="square" tIns="91425">
            <a:noAutofit/>
          </a:bodyPr>
          <a:lstStyle/>
          <a:p>
            <a:pPr lvl="0" rtl="0">
              <a:spcBef>
                <a:spcPts val="0"/>
              </a:spcBef>
              <a:buNone/>
            </a:pPr>
            <a:r>
              <a:rPr lang="en">
                <a:solidFill>
                  <a:schemeClr val="lt1"/>
                </a:solidFill>
              </a:rPr>
              <a:t>OVERALL GOAL:</a:t>
            </a:r>
            <a:r>
              <a:rPr lang="en"/>
              <a:t> Learn to extract and use twitter data for the purposes solving a business problem</a:t>
            </a:r>
          </a:p>
        </p:txBody>
      </p:sp>
      <p:sp>
        <p:nvSpPr>
          <p:cNvPr id="262" name="Shape 262"/>
          <p:cNvSpPr txBox="1"/>
          <p:nvPr>
            <p:ph idx="1" type="subTitle"/>
          </p:nvPr>
        </p:nvSpPr>
        <p:spPr>
          <a:xfrm>
            <a:off x="245500" y="2494350"/>
            <a:ext cx="5968800" cy="1231800"/>
          </a:xfrm>
          <a:prstGeom prst="rect">
            <a:avLst/>
          </a:prstGeom>
        </p:spPr>
        <p:txBody>
          <a:bodyPr anchorCtr="0" anchor="t" bIns="91425" lIns="91425" rIns="91425" wrap="square" tIns="91425">
            <a:noAutofit/>
          </a:bodyPr>
          <a:lstStyle/>
          <a:p>
            <a:pPr lvl="0" rtl="0">
              <a:spcBef>
                <a:spcPts val="0"/>
              </a:spcBef>
              <a:buNone/>
            </a:pPr>
            <a:r>
              <a:rPr lang="en">
                <a:solidFill>
                  <a:schemeClr val="lt1"/>
                </a:solidFill>
              </a:rPr>
              <a:t>OUR APPROACH: </a:t>
            </a:r>
            <a:r>
              <a:rPr lang="en"/>
              <a:t>Use twitter data to analyze user sentiment related to </a:t>
            </a:r>
            <a:r>
              <a:rPr lang="en"/>
              <a:t>cryptocurrencies</a:t>
            </a:r>
            <a:r>
              <a:rPr lang="en"/>
              <a:t> for the purposes of better understanding the market</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6" name="Shape 266"/>
        <p:cNvGrpSpPr/>
        <p:nvPr/>
      </p:nvGrpSpPr>
      <p:grpSpPr>
        <a:xfrm>
          <a:off x="0" y="0"/>
          <a:ext cx="0" cy="0"/>
          <a:chOff x="0" y="0"/>
          <a:chExt cx="0" cy="0"/>
        </a:xfrm>
      </p:grpSpPr>
      <p:sp>
        <p:nvSpPr>
          <p:cNvPr id="267" name="Shape 267"/>
          <p:cNvSpPr txBox="1"/>
          <p:nvPr>
            <p:ph type="title"/>
          </p:nvPr>
        </p:nvSpPr>
        <p:spPr>
          <a:xfrm>
            <a:off x="747800" y="1241200"/>
            <a:ext cx="5169000" cy="323400"/>
          </a:xfrm>
          <a:prstGeom prst="rect">
            <a:avLst/>
          </a:prstGeom>
        </p:spPr>
        <p:txBody>
          <a:bodyPr anchorCtr="0" anchor="b" bIns="91425" lIns="91425" rIns="91425" wrap="square" tIns="91425">
            <a:noAutofit/>
          </a:bodyPr>
          <a:lstStyle/>
          <a:p>
            <a:pPr lvl="0" rtl="0">
              <a:spcBef>
                <a:spcPts val="0"/>
              </a:spcBef>
              <a:buNone/>
            </a:pPr>
            <a:r>
              <a:rPr lang="en"/>
              <a:t>DEFINITION: CRYPTOCURRENCY</a:t>
            </a:r>
          </a:p>
          <a:p>
            <a:pPr lvl="0" rtl="0">
              <a:spcBef>
                <a:spcPts val="0"/>
              </a:spcBef>
              <a:buNone/>
            </a:pPr>
            <a:r>
              <a:t/>
            </a:r>
            <a:endParaRPr/>
          </a:p>
        </p:txBody>
      </p:sp>
      <p:sp>
        <p:nvSpPr>
          <p:cNvPr id="268" name="Shape 268"/>
          <p:cNvSpPr txBox="1"/>
          <p:nvPr>
            <p:ph idx="1" type="body"/>
          </p:nvPr>
        </p:nvSpPr>
        <p:spPr>
          <a:xfrm>
            <a:off x="747805" y="1513598"/>
            <a:ext cx="5169000" cy="3031199"/>
          </a:xfrm>
          <a:prstGeom prst="rect">
            <a:avLst/>
          </a:prstGeom>
        </p:spPr>
        <p:txBody>
          <a:bodyPr anchorCtr="0" anchor="t" bIns="91425" lIns="91425" rIns="91425" wrap="square" tIns="91425">
            <a:noAutofit/>
          </a:bodyPr>
          <a:lstStyle/>
          <a:p>
            <a:pPr lvl="0">
              <a:spcBef>
                <a:spcPts val="0"/>
              </a:spcBef>
              <a:buNone/>
            </a:pPr>
            <a:r>
              <a:rPr lang="en" sz="1800"/>
              <a:t>“A cryptocurrency is a digital asset designed to work as a medium of exchange using cryptography to secure the transactions and to control the creation of additional units of the currency. Cryptocurrencies are classified as a subset of digital currencies and are also classified as a subset of alternative currencies and virtual currencies.”</a:t>
            </a:r>
          </a:p>
          <a:p>
            <a:pPr lvl="0">
              <a:spcBef>
                <a:spcPts val="0"/>
              </a:spcBef>
              <a:buNone/>
            </a:pPr>
            <a:r>
              <a:rPr lang="en" sz="1800" u="sng">
                <a:solidFill>
                  <a:schemeClr val="hlink"/>
                </a:solidFill>
                <a:hlinkClick r:id="rId3"/>
              </a:rPr>
              <a:t>Source: Wikipedia</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2" name="Shape 272"/>
        <p:cNvGrpSpPr/>
        <p:nvPr/>
      </p:nvGrpSpPr>
      <p:grpSpPr>
        <a:xfrm>
          <a:off x="0" y="0"/>
          <a:ext cx="0" cy="0"/>
          <a:chOff x="0" y="0"/>
          <a:chExt cx="0" cy="0"/>
        </a:xfrm>
      </p:grpSpPr>
      <p:sp>
        <p:nvSpPr>
          <p:cNvPr id="273" name="Shape 273"/>
          <p:cNvSpPr txBox="1"/>
          <p:nvPr>
            <p:ph type="title"/>
          </p:nvPr>
        </p:nvSpPr>
        <p:spPr>
          <a:xfrm>
            <a:off x="787830" y="570775"/>
            <a:ext cx="5169000" cy="697500"/>
          </a:xfrm>
          <a:prstGeom prst="rect">
            <a:avLst/>
          </a:prstGeom>
        </p:spPr>
        <p:txBody>
          <a:bodyPr anchorCtr="0" anchor="b" bIns="91425" lIns="91425" rIns="91425" wrap="square" tIns="91425">
            <a:noAutofit/>
          </a:bodyPr>
          <a:lstStyle/>
          <a:p>
            <a:pPr lvl="0" rtl="0">
              <a:spcBef>
                <a:spcPts val="0"/>
              </a:spcBef>
              <a:buNone/>
            </a:pPr>
            <a:r>
              <a:rPr lang="en"/>
              <a:t>WHY IS IT INTERESTING?</a:t>
            </a:r>
          </a:p>
        </p:txBody>
      </p:sp>
      <p:sp>
        <p:nvSpPr>
          <p:cNvPr id="274" name="Shape 274"/>
          <p:cNvSpPr txBox="1"/>
          <p:nvPr>
            <p:ph idx="1" type="body"/>
          </p:nvPr>
        </p:nvSpPr>
        <p:spPr>
          <a:xfrm>
            <a:off x="717774" y="1478400"/>
            <a:ext cx="6016800" cy="3031200"/>
          </a:xfrm>
          <a:prstGeom prst="rect">
            <a:avLst/>
          </a:prstGeom>
        </p:spPr>
        <p:txBody>
          <a:bodyPr anchorCtr="0" anchor="t" bIns="91425" lIns="91425" rIns="91425" wrap="square" tIns="91425">
            <a:noAutofit/>
          </a:bodyPr>
          <a:lstStyle/>
          <a:p>
            <a:pPr lvl="0">
              <a:spcBef>
                <a:spcPts val="0"/>
              </a:spcBef>
              <a:buNone/>
            </a:pPr>
            <a:r>
              <a:rPr lang="en"/>
              <a:t>Lack of regulation- transfers are not monitored by a central authority</a:t>
            </a:r>
          </a:p>
          <a:p>
            <a:pPr lvl="0">
              <a:spcBef>
                <a:spcPts val="0"/>
              </a:spcBef>
              <a:buNone/>
            </a:pPr>
            <a:r>
              <a:t/>
            </a:r>
            <a:endParaRPr/>
          </a:p>
          <a:p>
            <a:pPr lvl="0">
              <a:spcBef>
                <a:spcPts val="0"/>
              </a:spcBef>
              <a:buNone/>
            </a:pPr>
            <a:r>
              <a:rPr lang="en"/>
              <a:t>Profit-values fluctuate relative to other </a:t>
            </a:r>
            <a:r>
              <a:rPr lang="en"/>
              <a:t>currency</a:t>
            </a:r>
            <a:r>
              <a:rPr lang="en"/>
              <a:t> forms creating a market for trade </a:t>
            </a:r>
          </a:p>
          <a:p>
            <a:pPr lvl="0">
              <a:spcBef>
                <a:spcPts val="0"/>
              </a:spcBef>
              <a:buNone/>
            </a:pPr>
            <a:r>
              <a:t/>
            </a:r>
            <a:endParaRPr/>
          </a:p>
          <a:p>
            <a:pPr lvl="0">
              <a:spcBef>
                <a:spcPts val="0"/>
              </a:spcBef>
              <a:buNone/>
            </a:pPr>
            <a:r>
              <a:rPr lang="en"/>
              <a:t> </a:t>
            </a:r>
          </a:p>
          <a:p>
            <a:pPr lvl="0">
              <a:spcBef>
                <a:spcPts val="0"/>
              </a:spcBef>
              <a:buNone/>
            </a:pPr>
            <a:r>
              <a:t/>
            </a:r>
            <a:endParaRPr/>
          </a:p>
          <a:p>
            <a:pPr lvl="0" rtl="0">
              <a:spcBef>
                <a:spcPts val="0"/>
              </a:spcBef>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8" name="Shape 278"/>
        <p:cNvGrpSpPr/>
        <p:nvPr/>
      </p:nvGrpSpPr>
      <p:grpSpPr>
        <a:xfrm>
          <a:off x="0" y="0"/>
          <a:ext cx="0" cy="0"/>
          <a:chOff x="0" y="0"/>
          <a:chExt cx="0" cy="0"/>
        </a:xfrm>
      </p:grpSpPr>
      <p:sp>
        <p:nvSpPr>
          <p:cNvPr id="279" name="Shape 279"/>
          <p:cNvSpPr txBox="1"/>
          <p:nvPr>
            <p:ph type="ctrTitle"/>
          </p:nvPr>
        </p:nvSpPr>
        <p:spPr>
          <a:xfrm>
            <a:off x="615775" y="394800"/>
            <a:ext cx="6068700" cy="1159800"/>
          </a:xfrm>
          <a:prstGeom prst="rect">
            <a:avLst/>
          </a:prstGeom>
        </p:spPr>
        <p:txBody>
          <a:bodyPr anchorCtr="0" anchor="b" bIns="91425" lIns="91425" rIns="91425" wrap="square" tIns="91425">
            <a:noAutofit/>
          </a:bodyPr>
          <a:lstStyle/>
          <a:p>
            <a:pPr lvl="0" algn="ctr">
              <a:spcBef>
                <a:spcPts val="0"/>
              </a:spcBef>
              <a:buNone/>
            </a:pPr>
            <a:r>
              <a:rPr lang="en">
                <a:solidFill>
                  <a:srgbClr val="6AA84F"/>
                </a:solidFill>
              </a:rPr>
              <a:t>WHERE</a:t>
            </a:r>
            <a:r>
              <a:rPr lang="en">
                <a:solidFill>
                  <a:srgbClr val="6AA84F"/>
                </a:solidFill>
              </a:rPr>
              <a:t> THERE IS PROFIT THERE IS BUSINESS</a:t>
            </a:r>
          </a:p>
        </p:txBody>
      </p:sp>
      <p:sp>
        <p:nvSpPr>
          <p:cNvPr id="280" name="Shape 280"/>
          <p:cNvSpPr txBox="1"/>
          <p:nvPr/>
        </p:nvSpPr>
        <p:spPr>
          <a:xfrm>
            <a:off x="2081425" y="2119125"/>
            <a:ext cx="4703400" cy="1776900"/>
          </a:xfrm>
          <a:prstGeom prst="rect">
            <a:avLst/>
          </a:prstGeom>
          <a:noFill/>
          <a:ln>
            <a:noFill/>
          </a:ln>
        </p:spPr>
        <p:txBody>
          <a:bodyPr anchorCtr="0" anchor="ctr" bIns="91425" lIns="91425" rIns="91425" wrap="square" tIns="91425">
            <a:noAutofit/>
          </a:bodyPr>
          <a:lstStyle/>
          <a:p>
            <a:pPr lvl="0" rtl="0">
              <a:spcBef>
                <a:spcPts val="0"/>
              </a:spcBef>
              <a:buNone/>
            </a:pPr>
            <a:r>
              <a:rPr b="1" lang="en" sz="3000">
                <a:solidFill>
                  <a:srgbClr val="EFEFEF"/>
                </a:solidFill>
                <a:latin typeface="Montserrat"/>
                <a:ea typeface="Montserrat"/>
                <a:cs typeface="Montserrat"/>
                <a:sym typeface="Montserrat"/>
              </a:rPr>
              <a:t>CAN TWITTER SENTIMENT BE USED TO TRACK THE CRYPTOCURRENCY MARKET?</a:t>
            </a:r>
          </a:p>
        </p:txBody>
      </p:sp>
      <p:pic>
        <p:nvPicPr>
          <p:cNvPr id="281" name="Shape 281"/>
          <p:cNvPicPr preferRelativeResize="0"/>
          <p:nvPr/>
        </p:nvPicPr>
        <p:blipFill>
          <a:blip r:embed="rId3">
            <a:alphaModFix/>
          </a:blip>
          <a:stretch>
            <a:fillRect/>
          </a:stretch>
        </p:blipFill>
        <p:spPr>
          <a:xfrm>
            <a:off x="345750" y="2186525"/>
            <a:ext cx="1642100" cy="1642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5" name="Shape 285"/>
        <p:cNvGrpSpPr/>
        <p:nvPr/>
      </p:nvGrpSpPr>
      <p:grpSpPr>
        <a:xfrm>
          <a:off x="0" y="0"/>
          <a:ext cx="0" cy="0"/>
          <a:chOff x="0" y="0"/>
          <a:chExt cx="0" cy="0"/>
        </a:xfrm>
      </p:grpSpPr>
      <p:sp>
        <p:nvSpPr>
          <p:cNvPr id="286" name="Shape 286"/>
          <p:cNvSpPr txBox="1"/>
          <p:nvPr>
            <p:ph type="title"/>
          </p:nvPr>
        </p:nvSpPr>
        <p:spPr>
          <a:xfrm>
            <a:off x="735875" y="780900"/>
            <a:ext cx="5917200" cy="697500"/>
          </a:xfrm>
          <a:prstGeom prst="rect">
            <a:avLst/>
          </a:prstGeom>
        </p:spPr>
        <p:txBody>
          <a:bodyPr anchorCtr="0" anchor="b" bIns="91425" lIns="91425" rIns="91425" wrap="square" tIns="91425">
            <a:noAutofit/>
          </a:bodyPr>
          <a:lstStyle/>
          <a:p>
            <a:pPr lvl="0">
              <a:spcBef>
                <a:spcPts val="0"/>
              </a:spcBef>
              <a:buNone/>
            </a:pPr>
            <a:r>
              <a:rPr lang="en"/>
              <a:t>DATA COLLECTION </a:t>
            </a:r>
          </a:p>
        </p:txBody>
      </p:sp>
      <p:sp>
        <p:nvSpPr>
          <p:cNvPr id="287" name="Shape 287"/>
          <p:cNvSpPr txBox="1"/>
          <p:nvPr>
            <p:ph idx="1" type="body"/>
          </p:nvPr>
        </p:nvSpPr>
        <p:spPr>
          <a:xfrm>
            <a:off x="735875" y="1478400"/>
            <a:ext cx="3306900" cy="2057400"/>
          </a:xfrm>
          <a:prstGeom prst="rect">
            <a:avLst/>
          </a:prstGeom>
          <a:ln cap="flat" cmpd="sng" w="9525">
            <a:solidFill>
              <a:schemeClr val="lt1"/>
            </a:solidFill>
            <a:prstDash val="solid"/>
            <a:round/>
            <a:headEnd len="med" w="med" type="none"/>
            <a:tailEnd len="med" w="med" type="none"/>
          </a:ln>
        </p:spPr>
        <p:txBody>
          <a:bodyPr anchorCtr="0" anchor="t" bIns="91425" lIns="91425" rIns="91425" wrap="square" tIns="91425">
            <a:noAutofit/>
          </a:bodyPr>
          <a:lstStyle/>
          <a:p>
            <a:pPr lvl="0" rtl="0" algn="ctr">
              <a:spcBef>
                <a:spcPts val="0"/>
              </a:spcBef>
              <a:buNone/>
            </a:pPr>
            <a:r>
              <a:rPr lang="en"/>
              <a:t>TIME METHODS</a:t>
            </a:r>
          </a:p>
          <a:p>
            <a:pPr indent="-228600" lvl="0" marL="457200" rtl="0">
              <a:spcBef>
                <a:spcPts val="0"/>
              </a:spcBef>
            </a:pPr>
            <a:r>
              <a:rPr lang="en"/>
              <a:t>Duration of 5 days</a:t>
            </a:r>
          </a:p>
          <a:p>
            <a:pPr indent="-228600" lvl="0" marL="457200" rtl="0">
              <a:spcBef>
                <a:spcPts val="0"/>
              </a:spcBef>
            </a:pPr>
            <a:r>
              <a:rPr lang="en"/>
              <a:t>Weekdays and Weekends</a:t>
            </a:r>
          </a:p>
          <a:p>
            <a:pPr indent="-228600" lvl="0" marL="457200">
              <a:spcBef>
                <a:spcPts val="0"/>
              </a:spcBef>
            </a:pPr>
            <a:r>
              <a:rPr lang="en"/>
              <a:t>Mornings, Midday and Evenings</a:t>
            </a:r>
          </a:p>
        </p:txBody>
      </p:sp>
      <p:sp>
        <p:nvSpPr>
          <p:cNvPr id="288" name="Shape 288"/>
          <p:cNvSpPr txBox="1"/>
          <p:nvPr>
            <p:ph idx="2" type="body"/>
          </p:nvPr>
        </p:nvSpPr>
        <p:spPr>
          <a:xfrm>
            <a:off x="4262925" y="1478400"/>
            <a:ext cx="1968600" cy="2107500"/>
          </a:xfrm>
          <a:prstGeom prst="rect">
            <a:avLst/>
          </a:prstGeom>
          <a:ln cap="flat" cmpd="sng" w="9525">
            <a:solidFill>
              <a:schemeClr val="lt1"/>
            </a:solidFill>
            <a:prstDash val="solid"/>
            <a:round/>
            <a:headEnd len="med" w="med" type="none"/>
            <a:tailEnd len="med" w="med" type="none"/>
          </a:ln>
        </p:spPr>
        <p:txBody>
          <a:bodyPr anchorCtr="0" anchor="t" bIns="91425" lIns="91425" rIns="91425" wrap="square" tIns="91425">
            <a:noAutofit/>
          </a:bodyPr>
          <a:lstStyle/>
          <a:p>
            <a:pPr lvl="0" algn="ctr">
              <a:spcBef>
                <a:spcPts val="0"/>
              </a:spcBef>
              <a:buNone/>
            </a:pPr>
            <a:r>
              <a:rPr lang="en"/>
              <a:t>SEARCH TERMS</a:t>
            </a:r>
          </a:p>
          <a:p>
            <a:pPr indent="-228600" lvl="0" marL="457200" rtl="0">
              <a:spcBef>
                <a:spcPts val="0"/>
              </a:spcBef>
            </a:pPr>
            <a:r>
              <a:rPr lang="en"/>
              <a:t>Bitcoin</a:t>
            </a:r>
          </a:p>
          <a:p>
            <a:pPr indent="-228600" lvl="0" marL="457200" rtl="0">
              <a:spcBef>
                <a:spcPts val="0"/>
              </a:spcBef>
            </a:pPr>
            <a:r>
              <a:rPr lang="en"/>
              <a:t>XRP</a:t>
            </a:r>
          </a:p>
          <a:p>
            <a:pPr indent="-228600" lvl="0" marL="457200" rtl="0">
              <a:spcBef>
                <a:spcPts val="0"/>
              </a:spcBef>
            </a:pPr>
            <a:r>
              <a:rPr lang="en"/>
              <a:t>Etherium</a:t>
            </a:r>
          </a:p>
          <a:p>
            <a:pPr indent="-228600" lvl="0" marL="457200" rtl="0">
              <a:spcBef>
                <a:spcPts val="0"/>
              </a:spcBef>
            </a:pPr>
            <a:r>
              <a:rPr lang="en"/>
              <a:t>Litecoin</a:t>
            </a:r>
          </a:p>
          <a:p>
            <a:pPr indent="-228600" lvl="0" marL="457200">
              <a:spcBef>
                <a:spcPts val="0"/>
              </a:spcBef>
            </a:pPr>
            <a:r>
              <a:rPr lang="en"/>
              <a:t>Namecoin</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2" name="Shape 292"/>
        <p:cNvGrpSpPr/>
        <p:nvPr/>
      </p:nvGrpSpPr>
      <p:grpSpPr>
        <a:xfrm>
          <a:off x="0" y="0"/>
          <a:ext cx="0" cy="0"/>
          <a:chOff x="0" y="0"/>
          <a:chExt cx="0" cy="0"/>
        </a:xfrm>
      </p:grpSpPr>
      <p:sp>
        <p:nvSpPr>
          <p:cNvPr id="293" name="Shape 293"/>
          <p:cNvSpPr txBox="1"/>
          <p:nvPr>
            <p:ph type="title"/>
          </p:nvPr>
        </p:nvSpPr>
        <p:spPr>
          <a:xfrm>
            <a:off x="266325" y="301050"/>
            <a:ext cx="5917200" cy="697500"/>
          </a:xfrm>
          <a:prstGeom prst="rect">
            <a:avLst/>
          </a:prstGeom>
        </p:spPr>
        <p:txBody>
          <a:bodyPr anchorCtr="0" anchor="b" bIns="91425" lIns="91425" rIns="91425" wrap="square" tIns="91425">
            <a:noAutofit/>
          </a:bodyPr>
          <a:lstStyle/>
          <a:p>
            <a:pPr lvl="0" rtl="0">
              <a:spcBef>
                <a:spcPts val="0"/>
              </a:spcBef>
              <a:buNone/>
            </a:pPr>
            <a:r>
              <a:rPr lang="en" sz="2200"/>
              <a:t>Top Words &amp; Hashtags</a:t>
            </a:r>
          </a:p>
        </p:txBody>
      </p:sp>
      <p:sp>
        <p:nvSpPr>
          <p:cNvPr id="294" name="Shape 294"/>
          <p:cNvSpPr txBox="1"/>
          <p:nvPr>
            <p:ph idx="2" type="body"/>
          </p:nvPr>
        </p:nvSpPr>
        <p:spPr>
          <a:xfrm>
            <a:off x="2597934" y="1478400"/>
            <a:ext cx="1771499" cy="3447299"/>
          </a:xfrm>
          <a:prstGeom prst="rect">
            <a:avLst/>
          </a:prstGeom>
        </p:spPr>
        <p:txBody>
          <a:bodyPr anchorCtr="0" anchor="t" bIns="91425" lIns="91425" rIns="91425" wrap="square" tIns="91425">
            <a:noAutofit/>
          </a:bodyPr>
          <a:lstStyle/>
          <a:p>
            <a:pPr lvl="0" rtl="0">
              <a:spcBef>
                <a:spcPts val="0"/>
              </a:spcBef>
              <a:buNone/>
            </a:pPr>
            <a:r>
              <a:t/>
            </a:r>
            <a:endParaRPr b="1"/>
          </a:p>
          <a:p>
            <a:pPr lvl="0">
              <a:spcBef>
                <a:spcPts val="0"/>
              </a:spcBef>
              <a:buNone/>
            </a:pPr>
            <a:r>
              <a:t/>
            </a:r>
            <a:endParaRPr/>
          </a:p>
        </p:txBody>
      </p:sp>
      <p:pic>
        <p:nvPicPr>
          <p:cNvPr id="295" name="Shape 295"/>
          <p:cNvPicPr preferRelativeResize="0"/>
          <p:nvPr/>
        </p:nvPicPr>
        <p:blipFill>
          <a:blip r:embed="rId3">
            <a:alphaModFix/>
          </a:blip>
          <a:stretch>
            <a:fillRect/>
          </a:stretch>
        </p:blipFill>
        <p:spPr>
          <a:xfrm>
            <a:off x="4553475" y="238500"/>
            <a:ext cx="1771499" cy="4818875"/>
          </a:xfrm>
          <a:prstGeom prst="rect">
            <a:avLst/>
          </a:prstGeom>
          <a:noFill/>
          <a:ln>
            <a:noFill/>
          </a:ln>
        </p:spPr>
      </p:pic>
      <p:pic>
        <p:nvPicPr>
          <p:cNvPr id="296" name="Shape 296"/>
          <p:cNvPicPr preferRelativeResize="0"/>
          <p:nvPr/>
        </p:nvPicPr>
        <p:blipFill>
          <a:blip r:embed="rId4">
            <a:alphaModFix/>
          </a:blip>
          <a:stretch>
            <a:fillRect/>
          </a:stretch>
        </p:blipFill>
        <p:spPr>
          <a:xfrm>
            <a:off x="1562900" y="998550"/>
            <a:ext cx="2371725" cy="4048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0" name="Shape 300"/>
        <p:cNvGrpSpPr/>
        <p:nvPr/>
      </p:nvGrpSpPr>
      <p:grpSpPr>
        <a:xfrm>
          <a:off x="0" y="0"/>
          <a:ext cx="0" cy="0"/>
          <a:chOff x="0" y="0"/>
          <a:chExt cx="0" cy="0"/>
        </a:xfrm>
      </p:grpSpPr>
      <p:sp>
        <p:nvSpPr>
          <p:cNvPr id="301" name="Shape 301"/>
          <p:cNvSpPr txBox="1"/>
          <p:nvPr>
            <p:ph idx="4294967295" type="title"/>
          </p:nvPr>
        </p:nvSpPr>
        <p:spPr>
          <a:xfrm>
            <a:off x="72150" y="80925"/>
            <a:ext cx="9072000" cy="697500"/>
          </a:xfrm>
          <a:prstGeom prst="rect">
            <a:avLst/>
          </a:prstGeom>
        </p:spPr>
        <p:txBody>
          <a:bodyPr anchorCtr="0" anchor="b" bIns="91425" lIns="91425" rIns="91425" wrap="square" tIns="91425">
            <a:noAutofit/>
          </a:bodyPr>
          <a:lstStyle/>
          <a:p>
            <a:pPr lvl="0" rtl="0" algn="ctr">
              <a:spcBef>
                <a:spcPts val="0"/>
              </a:spcBef>
              <a:buNone/>
            </a:pPr>
            <a:r>
              <a:rPr lang="en" sz="2200"/>
              <a:t>TOP TWEETS</a:t>
            </a:r>
          </a:p>
        </p:txBody>
      </p:sp>
      <p:sp>
        <p:nvSpPr>
          <p:cNvPr id="302" name="Shape 302"/>
          <p:cNvSpPr txBox="1"/>
          <p:nvPr>
            <p:ph idx="4294967295" type="body"/>
          </p:nvPr>
        </p:nvSpPr>
        <p:spPr>
          <a:xfrm>
            <a:off x="2597934" y="1478400"/>
            <a:ext cx="1771500" cy="3447300"/>
          </a:xfrm>
          <a:prstGeom prst="rect">
            <a:avLst/>
          </a:prstGeom>
        </p:spPr>
        <p:txBody>
          <a:bodyPr anchorCtr="0" anchor="t" bIns="91425" lIns="91425" rIns="91425" wrap="square" tIns="91425">
            <a:noAutofit/>
          </a:bodyPr>
          <a:lstStyle/>
          <a:p>
            <a:pPr lvl="0" rtl="0">
              <a:spcBef>
                <a:spcPts val="0"/>
              </a:spcBef>
              <a:buNone/>
            </a:pPr>
            <a:r>
              <a:t/>
            </a:r>
            <a:endParaRPr b="1"/>
          </a:p>
          <a:p>
            <a:pPr lvl="0" rtl="0">
              <a:spcBef>
                <a:spcPts val="0"/>
              </a:spcBef>
              <a:buNone/>
            </a:pPr>
            <a:r>
              <a:t/>
            </a:r>
            <a:endParaRPr/>
          </a:p>
        </p:txBody>
      </p:sp>
      <p:pic>
        <p:nvPicPr>
          <p:cNvPr id="303" name="Shape 303"/>
          <p:cNvPicPr preferRelativeResize="0"/>
          <p:nvPr/>
        </p:nvPicPr>
        <p:blipFill>
          <a:blip r:embed="rId3">
            <a:alphaModFix/>
          </a:blip>
          <a:stretch>
            <a:fillRect/>
          </a:stretch>
        </p:blipFill>
        <p:spPr>
          <a:xfrm>
            <a:off x="430212" y="927350"/>
            <a:ext cx="8283575" cy="36992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7" name="Shape 307"/>
        <p:cNvGrpSpPr/>
        <p:nvPr/>
      </p:nvGrpSpPr>
      <p:grpSpPr>
        <a:xfrm>
          <a:off x="0" y="0"/>
          <a:ext cx="0" cy="0"/>
          <a:chOff x="0" y="0"/>
          <a:chExt cx="0" cy="0"/>
        </a:xfrm>
      </p:grpSpPr>
      <p:sp>
        <p:nvSpPr>
          <p:cNvPr id="308" name="Shape 308"/>
          <p:cNvSpPr txBox="1"/>
          <p:nvPr>
            <p:ph type="title"/>
          </p:nvPr>
        </p:nvSpPr>
        <p:spPr>
          <a:xfrm>
            <a:off x="735875" y="57375"/>
            <a:ext cx="5917200" cy="697500"/>
          </a:xfrm>
          <a:prstGeom prst="rect">
            <a:avLst/>
          </a:prstGeom>
        </p:spPr>
        <p:txBody>
          <a:bodyPr anchorCtr="0" anchor="b" bIns="91425" lIns="91425" rIns="91425" wrap="square" tIns="91425">
            <a:noAutofit/>
          </a:bodyPr>
          <a:lstStyle/>
          <a:p>
            <a:pPr lvl="0">
              <a:spcBef>
                <a:spcPts val="0"/>
              </a:spcBef>
              <a:buNone/>
            </a:pPr>
            <a:r>
              <a:rPr lang="en"/>
              <a:t>Popular User: @cryptocointalk</a:t>
            </a:r>
          </a:p>
        </p:txBody>
      </p:sp>
      <p:sp>
        <p:nvSpPr>
          <p:cNvPr id="309" name="Shape 309"/>
          <p:cNvSpPr txBox="1"/>
          <p:nvPr>
            <p:ph idx="1" type="body"/>
          </p:nvPr>
        </p:nvSpPr>
        <p:spPr>
          <a:xfrm>
            <a:off x="735875" y="754875"/>
            <a:ext cx="1771500" cy="3447300"/>
          </a:xfrm>
          <a:prstGeom prst="rect">
            <a:avLst/>
          </a:prstGeom>
        </p:spPr>
        <p:txBody>
          <a:bodyPr anchorCtr="0" anchor="t" bIns="91425" lIns="91425" rIns="91425" wrap="square" tIns="91425">
            <a:noAutofit/>
          </a:bodyPr>
          <a:lstStyle/>
          <a:p>
            <a:pPr lvl="0">
              <a:spcBef>
                <a:spcPts val="0"/>
              </a:spcBef>
              <a:buNone/>
            </a:pPr>
            <a:r>
              <a:rPr lang="en"/>
              <a:t>Followers count : </a:t>
            </a:r>
            <a:r>
              <a:rPr lang="en" sz="1500"/>
              <a:t>29,344</a:t>
            </a:r>
          </a:p>
          <a:p>
            <a:pPr lvl="0">
              <a:spcBef>
                <a:spcPts val="0"/>
              </a:spcBef>
              <a:buNone/>
            </a:pPr>
            <a:r>
              <a:t/>
            </a:r>
            <a:endParaRPr/>
          </a:p>
          <a:p>
            <a:pPr lvl="0">
              <a:spcBef>
                <a:spcPts val="0"/>
              </a:spcBef>
              <a:buNone/>
            </a:pPr>
            <a:r>
              <a:t/>
            </a:r>
            <a:endParaRPr/>
          </a:p>
        </p:txBody>
      </p:sp>
      <p:sp>
        <p:nvSpPr>
          <p:cNvPr id="310" name="Shape 310"/>
          <p:cNvSpPr txBox="1"/>
          <p:nvPr>
            <p:ph idx="2" type="body"/>
          </p:nvPr>
        </p:nvSpPr>
        <p:spPr>
          <a:xfrm>
            <a:off x="2597934" y="1173600"/>
            <a:ext cx="1771500" cy="3447300"/>
          </a:xfrm>
          <a:prstGeom prst="rect">
            <a:avLst/>
          </a:prstGeom>
        </p:spPr>
        <p:txBody>
          <a:bodyPr anchorCtr="0" anchor="t" bIns="91425" lIns="91425" rIns="91425" wrap="square" tIns="91425">
            <a:noAutofit/>
          </a:bodyPr>
          <a:lstStyle/>
          <a:p>
            <a:pPr lvl="0">
              <a:spcBef>
                <a:spcPts val="0"/>
              </a:spcBef>
              <a:buNone/>
            </a:pPr>
            <a:r>
              <a:rPr lang="en"/>
              <a:t>Friends count : </a:t>
            </a:r>
          </a:p>
          <a:p>
            <a:pPr lvl="0">
              <a:spcBef>
                <a:spcPts val="0"/>
              </a:spcBef>
              <a:buNone/>
            </a:pPr>
            <a:r>
              <a:rPr lang="en" sz="1500"/>
              <a:t>998</a:t>
            </a:r>
          </a:p>
          <a:p>
            <a:pPr lvl="0">
              <a:spcBef>
                <a:spcPts val="0"/>
              </a:spcBef>
              <a:buNone/>
            </a:pPr>
            <a:r>
              <a:t/>
            </a:r>
            <a:endParaRPr/>
          </a:p>
        </p:txBody>
      </p:sp>
      <p:sp>
        <p:nvSpPr>
          <p:cNvPr id="311" name="Shape 311"/>
          <p:cNvSpPr txBox="1"/>
          <p:nvPr>
            <p:ph idx="3" type="body"/>
          </p:nvPr>
        </p:nvSpPr>
        <p:spPr>
          <a:xfrm>
            <a:off x="4459994" y="1173600"/>
            <a:ext cx="1771500" cy="3447300"/>
          </a:xfrm>
          <a:prstGeom prst="rect">
            <a:avLst/>
          </a:prstGeom>
        </p:spPr>
        <p:txBody>
          <a:bodyPr anchorCtr="0" anchor="t" bIns="91425" lIns="91425" rIns="91425" wrap="square" tIns="91425">
            <a:noAutofit/>
          </a:bodyPr>
          <a:lstStyle/>
          <a:p>
            <a:pPr lvl="0">
              <a:spcBef>
                <a:spcPts val="0"/>
              </a:spcBef>
              <a:buNone/>
            </a:pPr>
            <a:r>
              <a:rPr lang="en"/>
              <a:t>Mutual friends &amp; followers count :</a:t>
            </a:r>
          </a:p>
          <a:p>
            <a:pPr lvl="0">
              <a:spcBef>
                <a:spcPts val="0"/>
              </a:spcBef>
              <a:buNone/>
            </a:pPr>
            <a:r>
              <a:rPr lang="en" sz="1500"/>
              <a:t>995</a:t>
            </a:r>
          </a:p>
          <a:p>
            <a:pPr lvl="0">
              <a:spcBef>
                <a:spcPts val="0"/>
              </a:spcBef>
              <a:buNone/>
            </a:pPr>
            <a:r>
              <a:t/>
            </a:r>
            <a:endParaRPr/>
          </a:p>
          <a:p>
            <a:pPr lvl="0">
              <a:spcBef>
                <a:spcPts val="0"/>
              </a:spcBef>
              <a:buNone/>
            </a:pPr>
            <a:r>
              <a:t/>
            </a:r>
            <a:endParaRPr/>
          </a:p>
        </p:txBody>
      </p:sp>
      <p:pic>
        <p:nvPicPr>
          <p:cNvPr id="312" name="Shape 312"/>
          <p:cNvPicPr preferRelativeResize="0"/>
          <p:nvPr/>
        </p:nvPicPr>
        <p:blipFill>
          <a:blip r:embed="rId3">
            <a:alphaModFix/>
          </a:blip>
          <a:stretch>
            <a:fillRect/>
          </a:stretch>
        </p:blipFill>
        <p:spPr>
          <a:xfrm>
            <a:off x="185124" y="1544400"/>
            <a:ext cx="2322249" cy="3214750"/>
          </a:xfrm>
          <a:prstGeom prst="rect">
            <a:avLst/>
          </a:prstGeom>
          <a:noFill/>
          <a:ln>
            <a:noFill/>
          </a:ln>
        </p:spPr>
      </p:pic>
      <p:pic>
        <p:nvPicPr>
          <p:cNvPr id="313" name="Shape 313"/>
          <p:cNvPicPr preferRelativeResize="0"/>
          <p:nvPr/>
        </p:nvPicPr>
        <p:blipFill>
          <a:blip r:embed="rId4">
            <a:alphaModFix/>
          </a:blip>
          <a:stretch>
            <a:fillRect/>
          </a:stretch>
        </p:blipFill>
        <p:spPr>
          <a:xfrm>
            <a:off x="2567300" y="2256800"/>
            <a:ext cx="1688474" cy="2452325"/>
          </a:xfrm>
          <a:prstGeom prst="rect">
            <a:avLst/>
          </a:prstGeom>
          <a:noFill/>
          <a:ln>
            <a:noFill/>
          </a:ln>
        </p:spPr>
      </p:pic>
      <p:pic>
        <p:nvPicPr>
          <p:cNvPr id="314" name="Shape 314"/>
          <p:cNvPicPr preferRelativeResize="0"/>
          <p:nvPr/>
        </p:nvPicPr>
        <p:blipFill>
          <a:blip r:embed="rId5">
            <a:alphaModFix/>
          </a:blip>
          <a:stretch>
            <a:fillRect/>
          </a:stretch>
        </p:blipFill>
        <p:spPr>
          <a:xfrm>
            <a:off x="4459975" y="2256809"/>
            <a:ext cx="1771499" cy="245231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8" name="Shape 318"/>
        <p:cNvGrpSpPr/>
        <p:nvPr/>
      </p:nvGrpSpPr>
      <p:grpSpPr>
        <a:xfrm>
          <a:off x="0" y="0"/>
          <a:ext cx="0" cy="0"/>
          <a:chOff x="0" y="0"/>
          <a:chExt cx="0" cy="0"/>
        </a:xfrm>
      </p:grpSpPr>
      <p:sp>
        <p:nvSpPr>
          <p:cNvPr id="319" name="Shape 319"/>
          <p:cNvSpPr txBox="1"/>
          <p:nvPr>
            <p:ph type="title"/>
          </p:nvPr>
        </p:nvSpPr>
        <p:spPr>
          <a:xfrm>
            <a:off x="537650" y="530700"/>
            <a:ext cx="5936700" cy="323400"/>
          </a:xfrm>
          <a:prstGeom prst="rect">
            <a:avLst/>
          </a:prstGeom>
        </p:spPr>
        <p:txBody>
          <a:bodyPr anchorCtr="0" anchor="b" bIns="91425" lIns="91425" rIns="91425" wrap="square" tIns="91425">
            <a:noAutofit/>
          </a:bodyPr>
          <a:lstStyle/>
          <a:p>
            <a:pPr lvl="0" rtl="0">
              <a:spcBef>
                <a:spcPts val="0"/>
              </a:spcBef>
              <a:buNone/>
            </a:pPr>
            <a:r>
              <a:rPr lang="en"/>
              <a:t>SENTIMENT ANALYSIS &amp; TEXTBLOB</a:t>
            </a:r>
          </a:p>
        </p:txBody>
      </p:sp>
      <p:sp>
        <p:nvSpPr>
          <p:cNvPr id="320" name="Shape 320"/>
          <p:cNvSpPr txBox="1"/>
          <p:nvPr>
            <p:ph idx="1" type="body"/>
          </p:nvPr>
        </p:nvSpPr>
        <p:spPr>
          <a:xfrm>
            <a:off x="480350" y="704000"/>
            <a:ext cx="5776800" cy="4191000"/>
          </a:xfrm>
          <a:prstGeom prst="rect">
            <a:avLst/>
          </a:prstGeom>
        </p:spPr>
        <p:txBody>
          <a:bodyPr anchorCtr="0" anchor="t" bIns="91425" lIns="91425" rIns="91425" wrap="square" tIns="91425">
            <a:noAutofit/>
          </a:bodyPr>
          <a:lstStyle/>
          <a:p>
            <a:pPr lvl="0" rtl="0">
              <a:spcBef>
                <a:spcPts val="0"/>
              </a:spcBef>
              <a:buNone/>
            </a:pPr>
            <a:r>
              <a:t/>
            </a:r>
            <a:endParaRPr sz="1800"/>
          </a:p>
          <a:p>
            <a:pPr indent="-342900" lvl="0" marL="457200" rtl="0">
              <a:spcBef>
                <a:spcPts val="0"/>
              </a:spcBef>
              <a:buSzPct val="100000"/>
            </a:pPr>
            <a:r>
              <a:rPr lang="en" sz="1800"/>
              <a:t>TEXTBLOB- natural language processing program which scores text strings on polarity and subjectivity</a:t>
            </a:r>
          </a:p>
          <a:p>
            <a:pPr indent="-342900" lvl="1" marL="914400" rtl="0">
              <a:spcBef>
                <a:spcPts val="0"/>
              </a:spcBef>
              <a:buSzPct val="100000"/>
            </a:pPr>
            <a:r>
              <a:rPr lang="en" sz="1800"/>
              <a:t>Polarity-range from highly negative [-1] to highly positive [1]</a:t>
            </a:r>
          </a:p>
          <a:p>
            <a:pPr indent="-342900" lvl="1" marL="914400" rtl="0">
              <a:spcBef>
                <a:spcPts val="0"/>
              </a:spcBef>
              <a:buSzPct val="100000"/>
            </a:pPr>
            <a:r>
              <a:rPr lang="en" sz="1800"/>
              <a:t>Subjectivity-range from very objective [0] to highly subjective [1]</a:t>
            </a:r>
          </a:p>
          <a:p>
            <a:pPr indent="0" lvl="0" marL="457200" rtl="0">
              <a:spcBef>
                <a:spcPts val="0"/>
              </a:spcBef>
              <a:buNone/>
            </a:pPr>
            <a:r>
              <a:t/>
            </a:r>
            <a:endParaRPr sz="1800"/>
          </a:p>
          <a:p>
            <a:pPr indent="-342900" lvl="0" marL="457200" rtl="0">
              <a:spcBef>
                <a:spcPts val="0"/>
              </a:spcBef>
              <a:buSzPct val="100000"/>
            </a:pPr>
            <a:r>
              <a:rPr lang="en" sz="1800"/>
              <a:t>ANALYSIS- analyze the relationship between the the polarity scores calculated used textblob to the %change in the market</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4" name="Shape 324"/>
        <p:cNvGrpSpPr/>
        <p:nvPr/>
      </p:nvGrpSpPr>
      <p:grpSpPr>
        <a:xfrm>
          <a:off x="0" y="0"/>
          <a:ext cx="0" cy="0"/>
          <a:chOff x="0" y="0"/>
          <a:chExt cx="0" cy="0"/>
        </a:xfrm>
      </p:grpSpPr>
      <p:sp>
        <p:nvSpPr>
          <p:cNvPr id="325" name="Shape 325"/>
          <p:cNvSpPr txBox="1"/>
          <p:nvPr/>
        </p:nvSpPr>
        <p:spPr>
          <a:xfrm>
            <a:off x="327275" y="295725"/>
            <a:ext cx="8856300" cy="828900"/>
          </a:xfrm>
          <a:prstGeom prst="rect">
            <a:avLst/>
          </a:prstGeom>
          <a:noFill/>
          <a:ln>
            <a:noFill/>
          </a:ln>
        </p:spPr>
        <p:txBody>
          <a:bodyPr anchorCtr="0" anchor="t" bIns="91425" lIns="91425" rIns="91425" wrap="square" tIns="91425">
            <a:noAutofit/>
          </a:bodyPr>
          <a:lstStyle/>
          <a:p>
            <a:pPr lvl="0" rtl="0" algn="ctr">
              <a:spcBef>
                <a:spcPts val="0"/>
              </a:spcBef>
              <a:buNone/>
            </a:pPr>
            <a:r>
              <a:rPr b="1" lang="en" sz="1800">
                <a:solidFill>
                  <a:schemeClr val="accent3"/>
                </a:solidFill>
                <a:latin typeface="Montserrat"/>
                <a:ea typeface="Montserrat"/>
                <a:cs typeface="Montserrat"/>
                <a:sym typeface="Montserrat"/>
              </a:rPr>
              <a:t>Cryptocurrency Relative Price During Analysis</a:t>
            </a:r>
          </a:p>
        </p:txBody>
      </p:sp>
      <p:pic>
        <p:nvPicPr>
          <p:cNvPr id="326" name="Shape 326"/>
          <p:cNvPicPr preferRelativeResize="0"/>
          <p:nvPr/>
        </p:nvPicPr>
        <p:blipFill>
          <a:blip r:embed="rId3">
            <a:alphaModFix/>
          </a:blip>
          <a:stretch>
            <a:fillRect/>
          </a:stretch>
        </p:blipFill>
        <p:spPr>
          <a:xfrm>
            <a:off x="345314" y="1178125"/>
            <a:ext cx="8453374" cy="3403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0" name="Shape 330"/>
        <p:cNvGrpSpPr/>
        <p:nvPr/>
      </p:nvGrpSpPr>
      <p:grpSpPr>
        <a:xfrm>
          <a:off x="0" y="0"/>
          <a:ext cx="0" cy="0"/>
          <a:chOff x="0" y="0"/>
          <a:chExt cx="0" cy="0"/>
        </a:xfrm>
      </p:grpSpPr>
      <p:sp>
        <p:nvSpPr>
          <p:cNvPr id="331" name="Shape 331"/>
          <p:cNvSpPr txBox="1"/>
          <p:nvPr/>
        </p:nvSpPr>
        <p:spPr>
          <a:xfrm>
            <a:off x="327275" y="295725"/>
            <a:ext cx="8856300" cy="828900"/>
          </a:xfrm>
          <a:prstGeom prst="rect">
            <a:avLst/>
          </a:prstGeom>
          <a:noFill/>
          <a:ln>
            <a:noFill/>
          </a:ln>
        </p:spPr>
        <p:txBody>
          <a:bodyPr anchorCtr="0" anchor="t" bIns="91425" lIns="91425" rIns="91425" wrap="square" tIns="91425">
            <a:noAutofit/>
          </a:bodyPr>
          <a:lstStyle/>
          <a:p>
            <a:pPr lvl="0">
              <a:spcBef>
                <a:spcPts val="0"/>
              </a:spcBef>
              <a:buNone/>
            </a:pPr>
            <a:r>
              <a:rPr b="1" lang="en" sz="1800">
                <a:solidFill>
                  <a:schemeClr val="accent3"/>
                </a:solidFill>
                <a:latin typeface="Montserrat"/>
                <a:ea typeface="Montserrat"/>
                <a:cs typeface="Montserrat"/>
                <a:sym typeface="Montserrat"/>
              </a:rPr>
              <a:t>Cryptocurrency Price Directionality Against Overall Positive Sentiment</a:t>
            </a:r>
          </a:p>
        </p:txBody>
      </p:sp>
      <p:pic>
        <p:nvPicPr>
          <p:cNvPr id="332" name="Shape 332"/>
          <p:cNvPicPr preferRelativeResize="0"/>
          <p:nvPr/>
        </p:nvPicPr>
        <p:blipFill>
          <a:blip r:embed="rId3">
            <a:alphaModFix/>
          </a:blip>
          <a:stretch>
            <a:fillRect/>
          </a:stretch>
        </p:blipFill>
        <p:spPr>
          <a:xfrm>
            <a:off x="327275" y="778750"/>
            <a:ext cx="8482948" cy="4222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6" name="Shape 336"/>
        <p:cNvGrpSpPr/>
        <p:nvPr/>
      </p:nvGrpSpPr>
      <p:grpSpPr>
        <a:xfrm>
          <a:off x="0" y="0"/>
          <a:ext cx="0" cy="0"/>
          <a:chOff x="0" y="0"/>
          <a:chExt cx="0" cy="0"/>
        </a:xfrm>
      </p:grpSpPr>
      <p:sp>
        <p:nvSpPr>
          <p:cNvPr id="337" name="Shape 337"/>
          <p:cNvSpPr txBox="1"/>
          <p:nvPr/>
        </p:nvSpPr>
        <p:spPr>
          <a:xfrm>
            <a:off x="143850" y="293900"/>
            <a:ext cx="8856300" cy="828900"/>
          </a:xfrm>
          <a:prstGeom prst="rect">
            <a:avLst/>
          </a:prstGeom>
          <a:noFill/>
          <a:ln>
            <a:noFill/>
          </a:ln>
        </p:spPr>
        <p:txBody>
          <a:bodyPr anchorCtr="0" anchor="t" bIns="91425" lIns="91425" rIns="91425" wrap="square" tIns="91425">
            <a:noAutofit/>
          </a:bodyPr>
          <a:lstStyle/>
          <a:p>
            <a:pPr lvl="0" rtl="0" algn="ctr">
              <a:spcBef>
                <a:spcPts val="0"/>
              </a:spcBef>
              <a:buNone/>
            </a:pPr>
            <a:r>
              <a:rPr b="1" lang="en" sz="1800">
                <a:solidFill>
                  <a:schemeClr val="accent3"/>
                </a:solidFill>
                <a:latin typeface="Montserrat"/>
                <a:ea typeface="Montserrat"/>
                <a:cs typeface="Montserrat"/>
                <a:sym typeface="Montserrat"/>
              </a:rPr>
              <a:t>Individual </a:t>
            </a:r>
            <a:r>
              <a:rPr b="1" lang="en" sz="1800">
                <a:solidFill>
                  <a:schemeClr val="accent3"/>
                </a:solidFill>
                <a:latin typeface="Montserrat"/>
                <a:ea typeface="Montserrat"/>
                <a:cs typeface="Montserrat"/>
                <a:sym typeface="Montserrat"/>
              </a:rPr>
              <a:t>Cryptocurrency Price Directionality Against Overall Positive Sentiment</a:t>
            </a:r>
          </a:p>
        </p:txBody>
      </p:sp>
      <p:pic>
        <p:nvPicPr>
          <p:cNvPr id="338" name="Shape 338"/>
          <p:cNvPicPr preferRelativeResize="0"/>
          <p:nvPr/>
        </p:nvPicPr>
        <p:blipFill>
          <a:blip r:embed="rId3">
            <a:alphaModFix/>
          </a:blip>
          <a:stretch>
            <a:fillRect/>
          </a:stretch>
        </p:blipFill>
        <p:spPr>
          <a:xfrm>
            <a:off x="411174" y="1122799"/>
            <a:ext cx="2500399" cy="1486850"/>
          </a:xfrm>
          <a:prstGeom prst="rect">
            <a:avLst/>
          </a:prstGeom>
          <a:noFill/>
          <a:ln>
            <a:noFill/>
          </a:ln>
        </p:spPr>
      </p:pic>
      <p:pic>
        <p:nvPicPr>
          <p:cNvPr id="339" name="Shape 339"/>
          <p:cNvPicPr preferRelativeResize="0"/>
          <p:nvPr/>
        </p:nvPicPr>
        <p:blipFill>
          <a:blip r:embed="rId4">
            <a:alphaModFix/>
          </a:blip>
          <a:stretch>
            <a:fillRect/>
          </a:stretch>
        </p:blipFill>
        <p:spPr>
          <a:xfrm>
            <a:off x="3205274" y="1121262"/>
            <a:ext cx="2500400" cy="1489935"/>
          </a:xfrm>
          <a:prstGeom prst="rect">
            <a:avLst/>
          </a:prstGeom>
          <a:noFill/>
          <a:ln>
            <a:noFill/>
          </a:ln>
        </p:spPr>
      </p:pic>
      <p:pic>
        <p:nvPicPr>
          <p:cNvPr id="340" name="Shape 340"/>
          <p:cNvPicPr preferRelativeResize="0"/>
          <p:nvPr/>
        </p:nvPicPr>
        <p:blipFill>
          <a:blip r:embed="rId5">
            <a:alphaModFix/>
          </a:blip>
          <a:stretch>
            <a:fillRect/>
          </a:stretch>
        </p:blipFill>
        <p:spPr>
          <a:xfrm>
            <a:off x="5999375" y="1122799"/>
            <a:ext cx="2500399" cy="1486847"/>
          </a:xfrm>
          <a:prstGeom prst="rect">
            <a:avLst/>
          </a:prstGeom>
          <a:noFill/>
          <a:ln>
            <a:noFill/>
          </a:ln>
        </p:spPr>
      </p:pic>
      <p:pic>
        <p:nvPicPr>
          <p:cNvPr id="341" name="Shape 341"/>
          <p:cNvPicPr preferRelativeResize="0"/>
          <p:nvPr/>
        </p:nvPicPr>
        <p:blipFill>
          <a:blip r:embed="rId6">
            <a:alphaModFix/>
          </a:blip>
          <a:stretch>
            <a:fillRect/>
          </a:stretch>
        </p:blipFill>
        <p:spPr>
          <a:xfrm>
            <a:off x="1678169" y="2960344"/>
            <a:ext cx="2500400" cy="1489929"/>
          </a:xfrm>
          <a:prstGeom prst="rect">
            <a:avLst/>
          </a:prstGeom>
          <a:noFill/>
          <a:ln>
            <a:noFill/>
          </a:ln>
        </p:spPr>
      </p:pic>
      <p:pic>
        <p:nvPicPr>
          <p:cNvPr id="342" name="Shape 342"/>
          <p:cNvPicPr preferRelativeResize="0"/>
          <p:nvPr/>
        </p:nvPicPr>
        <p:blipFill>
          <a:blip r:embed="rId7">
            <a:alphaModFix/>
          </a:blip>
          <a:stretch>
            <a:fillRect/>
          </a:stretch>
        </p:blipFill>
        <p:spPr>
          <a:xfrm>
            <a:off x="4807894" y="2960344"/>
            <a:ext cx="2500400" cy="148992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46" name="Shape 346"/>
        <p:cNvGrpSpPr/>
        <p:nvPr/>
      </p:nvGrpSpPr>
      <p:grpSpPr>
        <a:xfrm>
          <a:off x="0" y="0"/>
          <a:ext cx="0" cy="0"/>
          <a:chOff x="0" y="0"/>
          <a:chExt cx="0" cy="0"/>
        </a:xfrm>
      </p:grpSpPr>
      <p:sp>
        <p:nvSpPr>
          <p:cNvPr id="347" name="Shape 347"/>
          <p:cNvSpPr txBox="1"/>
          <p:nvPr>
            <p:ph type="title"/>
          </p:nvPr>
        </p:nvSpPr>
        <p:spPr>
          <a:xfrm>
            <a:off x="645800" y="293675"/>
            <a:ext cx="2826600" cy="1941300"/>
          </a:xfrm>
          <a:prstGeom prst="rect">
            <a:avLst/>
          </a:prstGeom>
        </p:spPr>
        <p:txBody>
          <a:bodyPr anchorCtr="0" anchor="b" bIns="91425" lIns="91425" rIns="91425" wrap="square" tIns="91425">
            <a:noAutofit/>
          </a:bodyPr>
          <a:lstStyle/>
          <a:p>
            <a:pPr lvl="0">
              <a:spcBef>
                <a:spcPts val="0"/>
              </a:spcBef>
              <a:buNone/>
            </a:pPr>
            <a:r>
              <a:rPr lang="en" sz="1400"/>
              <a:t>“</a:t>
            </a:r>
            <a:r>
              <a:rPr lang="en" sz="1400"/>
              <a:t>Two of the country's most prominent bitcoin exchanges, BTC China and Via BTC, said they will halt trading this month. BTC China has also stopped registering new users, it said in a statement posted on social media.”- CNN TECH</a:t>
            </a:r>
          </a:p>
        </p:txBody>
      </p:sp>
      <p:sp>
        <p:nvSpPr>
          <p:cNvPr id="348" name="Shape 348"/>
          <p:cNvSpPr txBox="1"/>
          <p:nvPr>
            <p:ph idx="1" type="body"/>
          </p:nvPr>
        </p:nvSpPr>
        <p:spPr>
          <a:xfrm>
            <a:off x="3569675" y="2325050"/>
            <a:ext cx="2667600" cy="2450400"/>
          </a:xfrm>
          <a:prstGeom prst="rect">
            <a:avLst/>
          </a:prstGeom>
        </p:spPr>
        <p:txBody>
          <a:bodyPr anchorCtr="0" anchor="t" bIns="91425" lIns="91425" rIns="91425" wrap="square" tIns="91425">
            <a:noAutofit/>
          </a:bodyPr>
          <a:lstStyle/>
          <a:p>
            <a:pPr lvl="0">
              <a:spcBef>
                <a:spcPts val="0"/>
              </a:spcBef>
              <a:buNone/>
            </a:pPr>
            <a:r>
              <a:rPr lang="en" sz="1400"/>
              <a:t>“On Tuesday, [JPMorgan CEO Jamie] Dimon called bitcoin a ‘fraud’, described it as ‘not a real thing’  and said, ‘someone is going to get killed.’ Crypto enthusiasts took little time in firing back -- on Twitter...”</a:t>
            </a:r>
          </a:p>
        </p:txBody>
      </p:sp>
      <p:sp>
        <p:nvSpPr>
          <p:cNvPr id="349" name="Shape 349"/>
          <p:cNvSpPr txBox="1"/>
          <p:nvPr/>
        </p:nvSpPr>
        <p:spPr>
          <a:xfrm>
            <a:off x="694475" y="4176425"/>
            <a:ext cx="5542800" cy="599100"/>
          </a:xfrm>
          <a:prstGeom prst="rect">
            <a:avLst/>
          </a:prstGeom>
          <a:noFill/>
          <a:ln>
            <a:noFill/>
          </a:ln>
        </p:spPr>
        <p:txBody>
          <a:bodyPr anchorCtr="0" anchor="ctr" bIns="91425" lIns="91425" rIns="91425" wrap="square" tIns="91425">
            <a:noAutofit/>
          </a:bodyPr>
          <a:lstStyle/>
          <a:p>
            <a:pPr lvl="0" rtl="0" algn="ctr">
              <a:spcBef>
                <a:spcPts val="0"/>
              </a:spcBef>
              <a:buNone/>
            </a:pPr>
            <a:r>
              <a:rPr b="1" lang="en" sz="2400">
                <a:solidFill>
                  <a:srgbClr val="6AA84F"/>
                </a:solidFill>
                <a:latin typeface="Montserrat"/>
                <a:ea typeface="Montserrat"/>
                <a:cs typeface="Montserrat"/>
                <a:sym typeface="Montserrat"/>
              </a:rPr>
              <a:t>QUESTION: DID WE GET LUCKY?</a:t>
            </a:r>
          </a:p>
        </p:txBody>
      </p:sp>
      <p:sp>
        <p:nvSpPr>
          <p:cNvPr id="350" name="Shape 350"/>
          <p:cNvSpPr txBox="1"/>
          <p:nvPr>
            <p:ph type="title"/>
          </p:nvPr>
        </p:nvSpPr>
        <p:spPr>
          <a:xfrm>
            <a:off x="3472400" y="293675"/>
            <a:ext cx="2764800" cy="1451100"/>
          </a:xfrm>
          <a:prstGeom prst="rect">
            <a:avLst/>
          </a:prstGeom>
        </p:spPr>
        <p:txBody>
          <a:bodyPr anchorCtr="0" anchor="b" bIns="91425" lIns="91425" rIns="91425" wrap="square" tIns="91425">
            <a:noAutofit/>
          </a:bodyPr>
          <a:lstStyle/>
          <a:p>
            <a:pPr lvl="0" algn="ctr">
              <a:spcBef>
                <a:spcPts val="0"/>
              </a:spcBef>
              <a:buNone/>
            </a:pPr>
            <a:r>
              <a:rPr lang="en" u="sng">
                <a:solidFill>
                  <a:srgbClr val="6AA84F"/>
                </a:solidFill>
                <a:hlinkClick r:id="rId3"/>
              </a:rPr>
              <a:t>SOURCE</a:t>
            </a:r>
            <a:r>
              <a:rPr lang="en">
                <a:solidFill>
                  <a:srgbClr val="6AA84F"/>
                </a:solidFill>
                <a:hlinkClick r:id="rId4"/>
              </a:rPr>
              <a:t>:</a:t>
            </a:r>
            <a:r>
              <a:rPr lang="en">
                <a:solidFill>
                  <a:srgbClr val="6AA84F"/>
                </a:solidFill>
              </a:rPr>
              <a:t> </a:t>
            </a:r>
          </a:p>
          <a:p>
            <a:pPr lvl="0" algn="ctr">
              <a:spcBef>
                <a:spcPts val="0"/>
              </a:spcBef>
              <a:buNone/>
            </a:pPr>
            <a:r>
              <a:rPr lang="en"/>
              <a:t>CNN TECH</a:t>
            </a:r>
          </a:p>
          <a:p>
            <a:pPr lvl="0" rtl="0" algn="ctr">
              <a:spcBef>
                <a:spcPts val="0"/>
              </a:spcBef>
              <a:buNone/>
            </a:pPr>
            <a:r>
              <a:rPr lang="en"/>
              <a:t>09/15/17</a:t>
            </a:r>
          </a:p>
        </p:txBody>
      </p:sp>
      <p:sp>
        <p:nvSpPr>
          <p:cNvPr id="351" name="Shape 351"/>
          <p:cNvSpPr txBox="1"/>
          <p:nvPr>
            <p:ph type="title"/>
          </p:nvPr>
        </p:nvSpPr>
        <p:spPr>
          <a:xfrm>
            <a:off x="694475" y="2407425"/>
            <a:ext cx="2764800" cy="1451100"/>
          </a:xfrm>
          <a:prstGeom prst="rect">
            <a:avLst/>
          </a:prstGeom>
        </p:spPr>
        <p:txBody>
          <a:bodyPr anchorCtr="0" anchor="b" bIns="91425" lIns="91425" rIns="91425" wrap="square" tIns="91425">
            <a:noAutofit/>
          </a:bodyPr>
          <a:lstStyle/>
          <a:p>
            <a:pPr lvl="0" rtl="0" algn="ctr">
              <a:spcBef>
                <a:spcPts val="0"/>
              </a:spcBef>
              <a:buNone/>
            </a:pPr>
            <a:r>
              <a:rPr lang="en" u="sng">
                <a:solidFill>
                  <a:schemeClr val="lt1"/>
                </a:solidFill>
                <a:hlinkClick r:id="rId5"/>
              </a:rPr>
              <a:t>SOURCE</a:t>
            </a:r>
            <a:r>
              <a:rPr lang="en">
                <a:solidFill>
                  <a:schemeClr val="lt1"/>
                </a:solidFill>
              </a:rPr>
              <a:t>: </a:t>
            </a:r>
          </a:p>
          <a:p>
            <a:pPr lvl="0" rtl="0" algn="ctr">
              <a:spcBef>
                <a:spcPts val="0"/>
              </a:spcBef>
              <a:buNone/>
            </a:pPr>
            <a:r>
              <a:rPr lang="en">
                <a:solidFill>
                  <a:schemeClr val="lt1"/>
                </a:solidFill>
              </a:rPr>
              <a:t>CNBC</a:t>
            </a:r>
          </a:p>
          <a:p>
            <a:pPr lvl="0" rtl="0" algn="ctr">
              <a:spcBef>
                <a:spcPts val="0"/>
              </a:spcBef>
              <a:buNone/>
            </a:pPr>
            <a:r>
              <a:rPr lang="en">
                <a:solidFill>
                  <a:schemeClr val="lt1"/>
                </a:solidFill>
              </a:rPr>
              <a:t>09/14/17</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5" name="Shape 355"/>
        <p:cNvGrpSpPr/>
        <p:nvPr/>
      </p:nvGrpSpPr>
      <p:grpSpPr>
        <a:xfrm>
          <a:off x="0" y="0"/>
          <a:ext cx="0" cy="0"/>
          <a:chOff x="0" y="0"/>
          <a:chExt cx="0" cy="0"/>
        </a:xfrm>
      </p:grpSpPr>
      <p:sp>
        <p:nvSpPr>
          <p:cNvPr id="356" name="Shape 356"/>
          <p:cNvSpPr txBox="1"/>
          <p:nvPr>
            <p:ph idx="1" type="body"/>
          </p:nvPr>
        </p:nvSpPr>
        <p:spPr>
          <a:xfrm>
            <a:off x="735875" y="904075"/>
            <a:ext cx="5708400" cy="3992700"/>
          </a:xfrm>
          <a:prstGeom prst="rect">
            <a:avLst/>
          </a:prstGeom>
        </p:spPr>
        <p:txBody>
          <a:bodyPr anchorCtr="0" anchor="t" bIns="91425" lIns="91425" rIns="91425" wrap="square" tIns="91425">
            <a:noAutofit/>
          </a:bodyPr>
          <a:lstStyle/>
          <a:p>
            <a:pPr lvl="0" rtl="0">
              <a:spcBef>
                <a:spcPts val="0"/>
              </a:spcBef>
              <a:buNone/>
            </a:pPr>
            <a:r>
              <a:t/>
            </a:r>
            <a:endParaRPr sz="800"/>
          </a:p>
          <a:p>
            <a:pPr indent="-228600" lvl="0" marL="457200" rtl="0">
              <a:spcBef>
                <a:spcPts val="0"/>
              </a:spcBef>
            </a:pPr>
            <a:r>
              <a:rPr lang="en"/>
              <a:t>Twitter data provided an intriguing window into understanding the cryptocurrency market</a:t>
            </a:r>
          </a:p>
          <a:p>
            <a:pPr lvl="0" rtl="0">
              <a:spcBef>
                <a:spcPts val="0"/>
              </a:spcBef>
              <a:buNone/>
            </a:pPr>
            <a:r>
              <a:t/>
            </a:r>
            <a:endParaRPr sz="600"/>
          </a:p>
          <a:p>
            <a:pPr indent="-228600" lvl="0" marL="457200" rtl="0">
              <a:spcBef>
                <a:spcPts val="0"/>
              </a:spcBef>
            </a:pPr>
            <a:r>
              <a:rPr lang="en"/>
              <a:t>Positive cryptocurrency tweet sentiment was observed to track with cryptocurrency price trends</a:t>
            </a:r>
          </a:p>
          <a:p>
            <a:pPr lvl="0" rtl="0">
              <a:spcBef>
                <a:spcPts val="0"/>
              </a:spcBef>
              <a:buNone/>
            </a:pPr>
            <a:r>
              <a:t/>
            </a:r>
            <a:endParaRPr sz="800"/>
          </a:p>
          <a:p>
            <a:pPr indent="-228600" lvl="0" marL="457200" rtl="0">
              <a:spcBef>
                <a:spcPts val="0"/>
              </a:spcBef>
            </a:pPr>
            <a:r>
              <a:rPr lang="en"/>
              <a:t>Limitations-extremely small duration and low frequency of data collection makes generalization difficult</a:t>
            </a:r>
          </a:p>
          <a:p>
            <a:pPr lvl="0" rtl="0">
              <a:spcBef>
                <a:spcPts val="0"/>
              </a:spcBef>
              <a:buNone/>
            </a:pPr>
            <a:r>
              <a:t/>
            </a:r>
            <a:endParaRPr/>
          </a:p>
        </p:txBody>
      </p:sp>
      <p:sp>
        <p:nvSpPr>
          <p:cNvPr id="357" name="Shape 357"/>
          <p:cNvSpPr txBox="1"/>
          <p:nvPr>
            <p:ph type="title"/>
          </p:nvPr>
        </p:nvSpPr>
        <p:spPr>
          <a:xfrm>
            <a:off x="735875" y="250550"/>
            <a:ext cx="5917200" cy="697500"/>
          </a:xfrm>
          <a:prstGeom prst="rect">
            <a:avLst/>
          </a:prstGeom>
        </p:spPr>
        <p:txBody>
          <a:bodyPr anchorCtr="0" anchor="b" bIns="91425" lIns="91425" rIns="91425" wrap="square" tIns="91425">
            <a:noAutofit/>
          </a:bodyPr>
          <a:lstStyle/>
          <a:p>
            <a:pPr lvl="0" rtl="0">
              <a:spcBef>
                <a:spcPts val="0"/>
              </a:spcBef>
              <a:buNone/>
            </a:pPr>
            <a:r>
              <a:rPr lang="en"/>
              <a:t>ANSWER: MAYBE</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1" name="Shape 361"/>
        <p:cNvGrpSpPr/>
        <p:nvPr/>
      </p:nvGrpSpPr>
      <p:grpSpPr>
        <a:xfrm>
          <a:off x="0" y="0"/>
          <a:ext cx="0" cy="0"/>
          <a:chOff x="0" y="0"/>
          <a:chExt cx="0" cy="0"/>
        </a:xfrm>
      </p:grpSpPr>
      <p:sp>
        <p:nvSpPr>
          <p:cNvPr id="362" name="Shape 362"/>
          <p:cNvSpPr txBox="1"/>
          <p:nvPr>
            <p:ph idx="4294967295" type="ctrTitle"/>
          </p:nvPr>
        </p:nvSpPr>
        <p:spPr>
          <a:xfrm>
            <a:off x="638175" y="1202350"/>
            <a:ext cx="6593700" cy="1159799"/>
          </a:xfrm>
          <a:prstGeom prst="rect">
            <a:avLst/>
          </a:prstGeom>
        </p:spPr>
        <p:txBody>
          <a:bodyPr anchorCtr="0" anchor="b" bIns="91425" lIns="91425" rIns="91425" wrap="square" tIns="91425">
            <a:noAutofit/>
          </a:bodyPr>
          <a:lstStyle/>
          <a:p>
            <a:pPr lvl="0" rtl="0">
              <a:spcBef>
                <a:spcPts val="0"/>
              </a:spcBef>
              <a:buNone/>
            </a:pPr>
            <a:r>
              <a:rPr lang="en" sz="9600"/>
              <a:t>Thanks!</a:t>
            </a:r>
          </a:p>
        </p:txBody>
      </p:sp>
      <p:sp>
        <p:nvSpPr>
          <p:cNvPr id="363" name="Shape 363"/>
          <p:cNvSpPr txBox="1"/>
          <p:nvPr>
            <p:ph idx="4294967295" type="subTitle"/>
          </p:nvPr>
        </p:nvSpPr>
        <p:spPr>
          <a:xfrm>
            <a:off x="714375" y="2401912"/>
            <a:ext cx="6593700" cy="784799"/>
          </a:xfrm>
          <a:prstGeom prst="rect">
            <a:avLst/>
          </a:prstGeom>
        </p:spPr>
        <p:txBody>
          <a:bodyPr anchorCtr="0" anchor="t" bIns="91425" lIns="91425" rIns="91425" wrap="square" tIns="91425">
            <a:noAutofit/>
          </a:bodyPr>
          <a:lstStyle/>
          <a:p>
            <a:pPr lvl="0" rtl="0">
              <a:spcBef>
                <a:spcPts val="0"/>
              </a:spcBef>
              <a:buNone/>
            </a:pPr>
            <a:r>
              <a:rPr lang="en" sz="3600"/>
              <a:t>Any questions?</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7" name="Shape 367"/>
        <p:cNvGrpSpPr/>
        <p:nvPr/>
      </p:nvGrpSpPr>
      <p:grpSpPr>
        <a:xfrm>
          <a:off x="0" y="0"/>
          <a:ext cx="0" cy="0"/>
          <a:chOff x="0" y="0"/>
          <a:chExt cx="0" cy="0"/>
        </a:xfrm>
      </p:grpSpPr>
      <p:sp>
        <p:nvSpPr>
          <p:cNvPr id="368" name="Shape 368"/>
          <p:cNvSpPr txBox="1"/>
          <p:nvPr>
            <p:ph type="title"/>
          </p:nvPr>
        </p:nvSpPr>
        <p:spPr>
          <a:xfrm>
            <a:off x="717780" y="780900"/>
            <a:ext cx="5169000" cy="697500"/>
          </a:xfrm>
          <a:prstGeom prst="rect">
            <a:avLst/>
          </a:prstGeom>
        </p:spPr>
        <p:txBody>
          <a:bodyPr anchorCtr="0" anchor="b" bIns="91425" lIns="91425" rIns="91425" wrap="square" tIns="91425">
            <a:noAutofit/>
          </a:bodyPr>
          <a:lstStyle/>
          <a:p>
            <a:pPr lvl="0" rtl="0">
              <a:spcBef>
                <a:spcPts val="0"/>
              </a:spcBef>
              <a:buNone/>
            </a:pPr>
            <a:r>
              <a:rPr lang="en"/>
              <a:t>Credits</a:t>
            </a:r>
          </a:p>
        </p:txBody>
      </p:sp>
      <p:sp>
        <p:nvSpPr>
          <p:cNvPr id="369" name="Shape 369"/>
          <p:cNvSpPr txBox="1"/>
          <p:nvPr>
            <p:ph idx="1" type="body"/>
          </p:nvPr>
        </p:nvSpPr>
        <p:spPr>
          <a:xfrm>
            <a:off x="717780" y="1513573"/>
            <a:ext cx="5169000" cy="3031199"/>
          </a:xfrm>
          <a:prstGeom prst="rect">
            <a:avLst/>
          </a:prstGeom>
        </p:spPr>
        <p:txBody>
          <a:bodyPr anchorCtr="0" anchor="t" bIns="91425" lIns="91425" rIns="91425" wrap="square" tIns="91425">
            <a:noAutofit/>
          </a:bodyPr>
          <a:lstStyle/>
          <a:p>
            <a:pPr lvl="0" rtl="0">
              <a:spcBef>
                <a:spcPts val="0"/>
              </a:spcBef>
              <a:buNone/>
            </a:pPr>
            <a:r>
              <a:rPr lang="en" sz="1800"/>
              <a:t>Special thanks to all the people who made and released these awesome resources for free:</a:t>
            </a:r>
          </a:p>
          <a:p>
            <a:pPr indent="-342900" lvl="0" marL="457200" rtl="0">
              <a:lnSpc>
                <a:spcPct val="115000"/>
              </a:lnSpc>
              <a:spcBef>
                <a:spcPts val="0"/>
              </a:spcBef>
              <a:buSzPct val="100000"/>
            </a:pPr>
            <a:r>
              <a:rPr lang="en" sz="1800"/>
              <a:t>Presentation template by </a:t>
            </a:r>
            <a:r>
              <a:rPr lang="en" sz="1800" u="sng">
                <a:hlinkClick r:id="rId3"/>
              </a:rPr>
              <a:t>SlidesCarnival</a:t>
            </a:r>
          </a:p>
          <a:p>
            <a:pPr indent="-342900" lvl="0" marL="457200" rtl="0">
              <a:lnSpc>
                <a:spcPct val="115000"/>
              </a:lnSpc>
              <a:spcBef>
                <a:spcPts val="0"/>
              </a:spcBef>
              <a:buSzPct val="100000"/>
            </a:pPr>
            <a:r>
              <a:rPr lang="en" sz="1800"/>
              <a:t>Photographs by </a:t>
            </a:r>
            <a:r>
              <a:rPr lang="en" sz="1800" u="sng">
                <a:hlinkClick r:id="rId4"/>
              </a:rPr>
              <a:t>Unsplash</a:t>
            </a:r>
          </a:p>
        </p:txBody>
      </p:sp>
    </p:spTree>
  </p:cSld>
  <p:clrMapOvr>
    <a:masterClrMapping/>
  </p:clrMapOvr>
</p:sld>
</file>

<file path=ppt/theme/theme1.xml><?xml version="1.0" encoding="utf-8"?>
<a:theme xmlns:a="http://schemas.openxmlformats.org/drawingml/2006/main" xmlns:r="http://schemas.openxmlformats.org/officeDocument/2006/relationships" name="Balthasar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